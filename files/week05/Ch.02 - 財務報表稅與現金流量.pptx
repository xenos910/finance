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9" r:id="rId3"/>
    <p:sldId id="260" r:id="rId4"/>
    <p:sldId id="302" r:id="rId5"/>
    <p:sldId id="261" r:id="rId6"/>
    <p:sldId id="303" r:id="rId7"/>
    <p:sldId id="262" r:id="rId8"/>
    <p:sldId id="263" r:id="rId9"/>
    <p:sldId id="264" r:id="rId10"/>
    <p:sldId id="265" r:id="rId11"/>
    <p:sldId id="266" r:id="rId12"/>
    <p:sldId id="304" r:id="rId13"/>
    <p:sldId id="267" r:id="rId14"/>
    <p:sldId id="268" r:id="rId15"/>
    <p:sldId id="269" r:id="rId16"/>
    <p:sldId id="305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306" r:id="rId26"/>
    <p:sldId id="257" r:id="rId27"/>
    <p:sldId id="278" r:id="rId28"/>
    <p:sldId id="279" r:id="rId29"/>
    <p:sldId id="280" r:id="rId30"/>
    <p:sldId id="307" r:id="rId31"/>
    <p:sldId id="308" r:id="rId32"/>
    <p:sldId id="283" r:id="rId33"/>
    <p:sldId id="284" r:id="rId34"/>
    <p:sldId id="285" r:id="rId35"/>
    <p:sldId id="286" r:id="rId36"/>
    <p:sldId id="287" r:id="rId37"/>
    <p:sldId id="281" r:id="rId38"/>
    <p:sldId id="288" r:id="rId39"/>
    <p:sldId id="289" r:id="rId40"/>
    <p:sldId id="290" r:id="rId41"/>
    <p:sldId id="291" r:id="rId42"/>
    <p:sldId id="282" r:id="rId43"/>
    <p:sldId id="309" r:id="rId44"/>
    <p:sldId id="293" r:id="rId45"/>
    <p:sldId id="298" r:id="rId46"/>
    <p:sldId id="294" r:id="rId47"/>
    <p:sldId id="295" r:id="rId48"/>
    <p:sldId id="296" r:id="rId49"/>
    <p:sldId id="299" r:id="rId50"/>
    <p:sldId id="297" r:id="rId51"/>
  </p:sldIdLst>
  <p:sldSz cx="15240000" cy="85725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28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昌碩" userId="f835a9ca-f231-4ac2-9887-24bf7a4c5c81" providerId="ADAL" clId="{0BF69601-BF66-44DF-90F2-E19B10E1BF6C}"/>
    <pc:docChg chg="undo custSel addSld delSld modSld sldOrd">
      <pc:chgData name="林昌碩" userId="f835a9ca-f231-4ac2-9887-24bf7a4c5c81" providerId="ADAL" clId="{0BF69601-BF66-44DF-90F2-E19B10E1BF6C}" dt="2026-10-02T00:39:42.767" v="1870" actId="20577"/>
      <pc:docMkLst>
        <pc:docMk/>
      </pc:docMkLst>
      <pc:sldChg chg="delSp mod modNotesTx">
        <pc:chgData name="林昌碩" userId="f835a9ca-f231-4ac2-9887-24bf7a4c5c81" providerId="ADAL" clId="{0BF69601-BF66-44DF-90F2-E19B10E1BF6C}" dt="2026-09-28T13:29:28.636" v="1" actId="6549"/>
        <pc:sldMkLst>
          <pc:docMk/>
          <pc:sldMk cId="71630270" sldId="256"/>
        </pc:sldMkLst>
        <pc:spChg chg="del">
          <ac:chgData name="林昌碩" userId="f835a9ca-f231-4ac2-9887-24bf7a4c5c81" providerId="ADAL" clId="{0BF69601-BF66-44DF-90F2-E19B10E1BF6C}" dt="2026-09-28T13:29:20.793" v="0" actId="478"/>
          <ac:spMkLst>
            <pc:docMk/>
            <pc:sldMk cId="71630270" sldId="256"/>
            <ac:spMk id="4" creationId="{09303CB0-1A2C-44A8-9665-04E540AE6E68}"/>
          </ac:spMkLst>
        </pc:spChg>
      </pc:sldChg>
      <pc:sldChg chg="delSp modSp add mod setBg modNotesTx">
        <pc:chgData name="林昌碩" userId="f835a9ca-f231-4ac2-9887-24bf7a4c5c81" providerId="ADAL" clId="{0BF69601-BF66-44DF-90F2-E19B10E1BF6C}" dt="2026-09-29T02:03:07.992" v="750" actId="20577"/>
        <pc:sldMkLst>
          <pc:docMk/>
          <pc:sldMk cId="1737922402" sldId="257"/>
        </pc:sldMkLst>
        <pc:spChg chg="del">
          <ac:chgData name="林昌碩" userId="f835a9ca-f231-4ac2-9887-24bf7a4c5c81" providerId="ADAL" clId="{0BF69601-BF66-44DF-90F2-E19B10E1BF6C}" dt="2026-09-29T02:02:26.712" v="734" actId="478"/>
          <ac:spMkLst>
            <pc:docMk/>
            <pc:sldMk cId="1737922402" sldId="257"/>
            <ac:spMk id="6" creationId="{B36FCA49-4878-4D40-B87B-8AAEE7C2FE0D}"/>
          </ac:spMkLst>
        </pc:spChg>
        <pc:graphicFrameChg chg="modGraphic">
          <ac:chgData name="林昌碩" userId="f835a9ca-f231-4ac2-9887-24bf7a4c5c81" providerId="ADAL" clId="{0BF69601-BF66-44DF-90F2-E19B10E1BF6C}" dt="2026-09-29T02:03:07.992" v="750" actId="20577"/>
          <ac:graphicFrameMkLst>
            <pc:docMk/>
            <pc:sldMk cId="1737922402" sldId="257"/>
            <ac:graphicFrameMk id="15" creationId="{00000000-0000-0000-0000-000000000000}"/>
          </ac:graphicFrameMkLst>
        </pc:graphicFrameChg>
      </pc:sldChg>
      <pc:sldChg chg="del">
        <pc:chgData name="林昌碩" userId="f835a9ca-f231-4ac2-9887-24bf7a4c5c81" providerId="ADAL" clId="{0BF69601-BF66-44DF-90F2-E19B10E1BF6C}" dt="2026-09-28T13:29:38.521" v="2" actId="47"/>
        <pc:sldMkLst>
          <pc:docMk/>
          <pc:sldMk cId="2007545538" sldId="257"/>
        </pc:sldMkLst>
      </pc:sldChg>
      <pc:sldChg chg="delSp del mod modNotesTx">
        <pc:chgData name="林昌碩" userId="f835a9ca-f231-4ac2-9887-24bf7a4c5c81" providerId="ADAL" clId="{0BF69601-BF66-44DF-90F2-E19B10E1BF6C}" dt="2026-09-28T13:31:44.422" v="5" actId="47"/>
        <pc:sldMkLst>
          <pc:docMk/>
          <pc:sldMk cId="2007545538" sldId="258"/>
        </pc:sldMkLst>
        <pc:spChg chg="del">
          <ac:chgData name="林昌碩" userId="f835a9ca-f231-4ac2-9887-24bf7a4c5c81" providerId="ADAL" clId="{0BF69601-BF66-44DF-90F2-E19B10E1BF6C}" dt="2026-09-28T13:31:15.988" v="4" actId="478"/>
          <ac:spMkLst>
            <pc:docMk/>
            <pc:sldMk cId="2007545538" sldId="258"/>
            <ac:spMk id="6" creationId="{3253EECE-C2ED-422E-B61A-1BC2095AC01E}"/>
          </ac:spMkLst>
        </pc:spChg>
      </pc:sldChg>
      <pc:sldChg chg="delSp modSp mod modNotesTx">
        <pc:chgData name="林昌碩" userId="f835a9ca-f231-4ac2-9887-24bf7a4c5c81" providerId="ADAL" clId="{0BF69601-BF66-44DF-90F2-E19B10E1BF6C}" dt="2026-09-28T13:32:26.406" v="11" actId="6549"/>
        <pc:sldMkLst>
          <pc:docMk/>
          <pc:sldMk cId="2007545538" sldId="259"/>
        </pc:sldMkLst>
        <pc:spChg chg="del">
          <ac:chgData name="林昌碩" userId="f835a9ca-f231-4ac2-9887-24bf7a4c5c81" providerId="ADAL" clId="{0BF69601-BF66-44DF-90F2-E19B10E1BF6C}" dt="2026-09-28T13:32:01.606" v="6" actId="478"/>
          <ac:spMkLst>
            <pc:docMk/>
            <pc:sldMk cId="2007545538" sldId="259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09-28T13:32:14.526" v="10" actId="14734"/>
          <ac:graphicFrameMkLst>
            <pc:docMk/>
            <pc:sldMk cId="2007545538" sldId="259"/>
            <ac:graphicFrameMk id="25" creationId="{00000000-0000-0000-0000-000000000000}"/>
          </ac:graphicFrameMkLst>
        </pc:graphicFrameChg>
      </pc:sldChg>
      <pc:sldChg chg="delSp mod modNotesTx">
        <pc:chgData name="林昌碩" userId="f835a9ca-f231-4ac2-9887-24bf7a4c5c81" providerId="ADAL" clId="{0BF69601-BF66-44DF-90F2-E19B10E1BF6C}" dt="2026-09-28T13:33:30.854" v="13" actId="6549"/>
        <pc:sldMkLst>
          <pc:docMk/>
          <pc:sldMk cId="2007545538" sldId="260"/>
        </pc:sldMkLst>
        <pc:spChg chg="del">
          <ac:chgData name="林昌碩" userId="f835a9ca-f231-4ac2-9887-24bf7a4c5c81" providerId="ADAL" clId="{0BF69601-BF66-44DF-90F2-E19B10E1BF6C}" dt="2026-09-28T13:33:27.133" v="12" actId="478"/>
          <ac:spMkLst>
            <pc:docMk/>
            <pc:sldMk cId="2007545538" sldId="260"/>
            <ac:spMk id="6" creationId="{3253EECE-C2ED-422E-B61A-1BC2095AC01E}"/>
          </ac:spMkLst>
        </pc:spChg>
      </pc:sldChg>
      <pc:sldChg chg="delSp mod modNotesTx">
        <pc:chgData name="林昌碩" userId="f835a9ca-f231-4ac2-9887-24bf7a4c5c81" providerId="ADAL" clId="{0BF69601-BF66-44DF-90F2-E19B10E1BF6C}" dt="2026-09-28T13:48:17.239" v="43" actId="478"/>
        <pc:sldMkLst>
          <pc:docMk/>
          <pc:sldMk cId="2007545538" sldId="261"/>
        </pc:sldMkLst>
        <pc:spChg chg="del">
          <ac:chgData name="林昌碩" userId="f835a9ca-f231-4ac2-9887-24bf7a4c5c81" providerId="ADAL" clId="{0BF69601-BF66-44DF-90F2-E19B10E1BF6C}" dt="2026-09-28T13:48:17.239" v="43" actId="478"/>
          <ac:spMkLst>
            <pc:docMk/>
            <pc:sldMk cId="2007545538" sldId="261"/>
            <ac:spMk id="6" creationId="{3253EECE-C2ED-422E-B61A-1BC2095AC01E}"/>
          </ac:spMkLst>
        </pc:spChg>
      </pc:sldChg>
      <pc:sldChg chg="delSp modSp mod modNotesTx">
        <pc:chgData name="林昌碩" userId="f835a9ca-f231-4ac2-9887-24bf7a4c5c81" providerId="ADAL" clId="{0BF69601-BF66-44DF-90F2-E19B10E1BF6C}" dt="2026-09-28T13:42:38.434" v="36" actId="122"/>
        <pc:sldMkLst>
          <pc:docMk/>
          <pc:sldMk cId="2007545538" sldId="262"/>
        </pc:sldMkLst>
        <pc:spChg chg="del">
          <ac:chgData name="林昌碩" userId="f835a9ca-f231-4ac2-9887-24bf7a4c5c81" providerId="ADAL" clId="{0BF69601-BF66-44DF-90F2-E19B10E1BF6C}" dt="2026-09-28T13:41:53.172" v="31" actId="478"/>
          <ac:spMkLst>
            <pc:docMk/>
            <pc:sldMk cId="2007545538" sldId="262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09-28T13:42:38.434" v="36" actId="122"/>
          <ac:graphicFrameMkLst>
            <pc:docMk/>
            <pc:sldMk cId="2007545538" sldId="262"/>
            <ac:graphicFrameMk id="25" creationId="{00000000-0000-0000-0000-000000000000}"/>
          </ac:graphicFrameMkLst>
        </pc:graphicFrameChg>
      </pc:sldChg>
      <pc:sldChg chg="delSp modSp mod modNotesTx">
        <pc:chgData name="林昌碩" userId="f835a9ca-f231-4ac2-9887-24bf7a4c5c81" providerId="ADAL" clId="{0BF69601-BF66-44DF-90F2-E19B10E1BF6C}" dt="2026-09-28T13:44:44.669" v="40" actId="121"/>
        <pc:sldMkLst>
          <pc:docMk/>
          <pc:sldMk cId="2007545538" sldId="263"/>
        </pc:sldMkLst>
        <pc:spChg chg="del">
          <ac:chgData name="林昌碩" userId="f835a9ca-f231-4ac2-9887-24bf7a4c5c81" providerId="ADAL" clId="{0BF69601-BF66-44DF-90F2-E19B10E1BF6C}" dt="2026-09-28T13:44:17.441" v="38" actId="478"/>
          <ac:spMkLst>
            <pc:docMk/>
            <pc:sldMk cId="2007545538" sldId="263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09-28T13:44:44.669" v="40" actId="121"/>
          <ac:graphicFrameMkLst>
            <pc:docMk/>
            <pc:sldMk cId="2007545538" sldId="263"/>
            <ac:graphicFrameMk id="25" creationId="{00000000-0000-0000-0000-000000000000}"/>
          </ac:graphicFrameMkLst>
        </pc:graphicFrameChg>
      </pc:sldChg>
      <pc:sldChg chg="delSp mod modNotesTx">
        <pc:chgData name="林昌碩" userId="f835a9ca-f231-4ac2-9887-24bf7a4c5c81" providerId="ADAL" clId="{0BF69601-BF66-44DF-90F2-E19B10E1BF6C}" dt="2026-09-28T13:47:17.631" v="42" actId="6549"/>
        <pc:sldMkLst>
          <pc:docMk/>
          <pc:sldMk cId="2007545538" sldId="264"/>
        </pc:sldMkLst>
        <pc:spChg chg="del">
          <ac:chgData name="林昌碩" userId="f835a9ca-f231-4ac2-9887-24bf7a4c5c81" providerId="ADAL" clId="{0BF69601-BF66-44DF-90F2-E19B10E1BF6C}" dt="2026-09-28T13:47:08.170" v="41" actId="478"/>
          <ac:spMkLst>
            <pc:docMk/>
            <pc:sldMk cId="2007545538" sldId="264"/>
            <ac:spMk id="6" creationId="{3253EECE-C2ED-422E-B61A-1BC2095AC01E}"/>
          </ac:spMkLst>
        </pc:spChg>
      </pc:sldChg>
      <pc:sldChg chg="delSp modSp mod modNotesTx">
        <pc:chgData name="林昌碩" userId="f835a9ca-f231-4ac2-9887-24bf7a4c5c81" providerId="ADAL" clId="{0BF69601-BF66-44DF-90F2-E19B10E1BF6C}" dt="2026-10-02T00:28:36.416" v="1844"/>
        <pc:sldMkLst>
          <pc:docMk/>
          <pc:sldMk cId="2007545538" sldId="265"/>
        </pc:sldMkLst>
        <pc:spChg chg="del">
          <ac:chgData name="林昌碩" userId="f835a9ca-f231-4ac2-9887-24bf7a4c5c81" providerId="ADAL" clId="{0BF69601-BF66-44DF-90F2-E19B10E1BF6C}" dt="2026-09-28T13:48:26.539" v="44" actId="478"/>
          <ac:spMkLst>
            <pc:docMk/>
            <pc:sldMk cId="2007545538" sldId="265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09-28T13:56:30.784" v="97" actId="20577"/>
          <ac:spMkLst>
            <pc:docMk/>
            <pc:sldMk cId="2007545538" sldId="265"/>
            <ac:spMk id="18" creationId="{BA9A3939-0394-4E9F-A3D3-568C2EC01ADB}"/>
          </ac:spMkLst>
        </pc:spChg>
        <pc:spChg chg="mod">
          <ac:chgData name="林昌碩" userId="f835a9ca-f231-4ac2-9887-24bf7a4c5c81" providerId="ADAL" clId="{0BF69601-BF66-44DF-90F2-E19B10E1BF6C}" dt="2026-09-28T14:03:35.386" v="158" actId="20577"/>
          <ac:spMkLst>
            <pc:docMk/>
            <pc:sldMk cId="2007545538" sldId="265"/>
            <ac:spMk id="20" creationId="{92BA8723-1B49-4E91-BF55-63466AE2893A}"/>
          </ac:spMkLst>
        </pc:spChg>
        <pc:spChg chg="mod">
          <ac:chgData name="林昌碩" userId="f835a9ca-f231-4ac2-9887-24bf7a4c5c81" providerId="ADAL" clId="{0BF69601-BF66-44DF-90F2-E19B10E1BF6C}" dt="2026-10-02T00:28:18.627" v="1831" actId="6549"/>
          <ac:spMkLst>
            <pc:docMk/>
            <pc:sldMk cId="2007545538" sldId="265"/>
            <ac:spMk id="21" creationId="{305F7786-FEC0-4596-9C60-BD314E50E373}"/>
          </ac:spMkLst>
        </pc:spChg>
        <pc:spChg chg="mod">
          <ac:chgData name="林昌碩" userId="f835a9ca-f231-4ac2-9887-24bf7a4c5c81" providerId="ADAL" clId="{0BF69601-BF66-44DF-90F2-E19B10E1BF6C}" dt="2026-10-02T00:28:36.416" v="1844"/>
          <ac:spMkLst>
            <pc:docMk/>
            <pc:sldMk cId="2007545538" sldId="265"/>
            <ac:spMk id="22" creationId="{8EA6A9EA-2C9B-42F5-8918-3A1E08C01BD6}"/>
          </ac:spMkLst>
        </pc:spChg>
        <pc:spChg chg="mod">
          <ac:chgData name="林昌碩" userId="f835a9ca-f231-4ac2-9887-24bf7a4c5c81" providerId="ADAL" clId="{0BF69601-BF66-44DF-90F2-E19B10E1BF6C}" dt="2026-10-02T00:28:25.602" v="1841" actId="6549"/>
          <ac:spMkLst>
            <pc:docMk/>
            <pc:sldMk cId="2007545538" sldId="265"/>
            <ac:spMk id="23" creationId="{0D6C2E3C-295D-49EE-9D00-25CEE85E01DD}"/>
          </ac:spMkLst>
        </pc:spChg>
        <pc:spChg chg="mod">
          <ac:chgData name="林昌碩" userId="f835a9ca-f231-4ac2-9887-24bf7a4c5c81" providerId="ADAL" clId="{0BF69601-BF66-44DF-90F2-E19B10E1BF6C}" dt="2026-10-02T00:28:33.965" v="1843" actId="21"/>
          <ac:spMkLst>
            <pc:docMk/>
            <pc:sldMk cId="2007545538" sldId="265"/>
            <ac:spMk id="24" creationId="{80056DD7-B68D-4C1D-8654-D6791534224F}"/>
          </ac:spMkLst>
        </pc:spChg>
      </pc:sldChg>
      <pc:sldChg chg="delSp modSp mod modNotesTx">
        <pc:chgData name="林昌碩" userId="f835a9ca-f231-4ac2-9887-24bf7a4c5c81" providerId="ADAL" clId="{0BF69601-BF66-44DF-90F2-E19B10E1BF6C}" dt="2026-10-02T00:36:09.223" v="1863" actId="20577"/>
        <pc:sldMkLst>
          <pc:docMk/>
          <pc:sldMk cId="2007545538" sldId="266"/>
        </pc:sldMkLst>
        <pc:spChg chg="del">
          <ac:chgData name="林昌碩" userId="f835a9ca-f231-4ac2-9887-24bf7a4c5c81" providerId="ADAL" clId="{0BF69601-BF66-44DF-90F2-E19B10E1BF6C}" dt="2026-09-28T14:07:46.816" v="160" actId="478"/>
          <ac:spMkLst>
            <pc:docMk/>
            <pc:sldMk cId="2007545538" sldId="266"/>
            <ac:spMk id="6" creationId="{3253EECE-C2ED-422E-B61A-1BC2095AC01E}"/>
          </ac:spMkLst>
        </pc:spChg>
        <pc:graphicFrameChg chg="mod modGraphic">
          <ac:chgData name="林昌碩" userId="f835a9ca-f231-4ac2-9887-24bf7a4c5c81" providerId="ADAL" clId="{0BF69601-BF66-44DF-90F2-E19B10E1BF6C}" dt="2026-10-02T00:36:09.223" v="1863" actId="20577"/>
          <ac:graphicFrameMkLst>
            <pc:docMk/>
            <pc:sldMk cId="2007545538" sldId="266"/>
            <ac:graphicFrameMk id="25" creationId="{00000000-0000-0000-0000-000000000000}"/>
          </ac:graphicFrameMkLst>
        </pc:graphicFrameChg>
      </pc:sldChg>
      <pc:sldChg chg="delSp modSp mod modNotesTx">
        <pc:chgData name="林昌碩" userId="f835a9ca-f231-4ac2-9887-24bf7a4c5c81" providerId="ADAL" clId="{0BF69601-BF66-44DF-90F2-E19B10E1BF6C}" dt="2026-10-02T00:37:45.338" v="1865" actId="20577"/>
        <pc:sldMkLst>
          <pc:docMk/>
          <pc:sldMk cId="2007545538" sldId="267"/>
        </pc:sldMkLst>
        <pc:spChg chg="mod">
          <ac:chgData name="林昌碩" userId="f835a9ca-f231-4ac2-9887-24bf7a4c5c81" providerId="ADAL" clId="{0BF69601-BF66-44DF-90F2-E19B10E1BF6C}" dt="2026-10-02T00:37:45.338" v="1865" actId="20577"/>
          <ac:spMkLst>
            <pc:docMk/>
            <pc:sldMk cId="2007545538" sldId="267"/>
            <ac:spMk id="2" creationId="{4FD2F9C2-D7D5-4D2F-B2A0-08360C90CB60}"/>
          </ac:spMkLst>
        </pc:spChg>
        <pc:spChg chg="del">
          <ac:chgData name="林昌碩" userId="f835a9ca-f231-4ac2-9887-24bf7a4c5c81" providerId="ADAL" clId="{0BF69601-BF66-44DF-90F2-E19B10E1BF6C}" dt="2026-09-28T14:12:22.230" v="162" actId="478"/>
          <ac:spMkLst>
            <pc:docMk/>
            <pc:sldMk cId="2007545538" sldId="267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09-28T14:12:45.976" v="165" actId="122"/>
          <ac:graphicFrameMkLst>
            <pc:docMk/>
            <pc:sldMk cId="2007545538" sldId="267"/>
            <ac:graphicFrameMk id="25" creationId="{00000000-0000-0000-0000-000000000000}"/>
          </ac:graphicFrameMkLst>
        </pc:graphicFrameChg>
      </pc:sldChg>
      <pc:sldChg chg="delSp mod modNotesTx">
        <pc:chgData name="林昌碩" userId="f835a9ca-f231-4ac2-9887-24bf7a4c5c81" providerId="ADAL" clId="{0BF69601-BF66-44DF-90F2-E19B10E1BF6C}" dt="2026-09-28T14:15:15.197" v="169" actId="478"/>
        <pc:sldMkLst>
          <pc:docMk/>
          <pc:sldMk cId="2007545538" sldId="268"/>
        </pc:sldMkLst>
        <pc:spChg chg="del">
          <ac:chgData name="林昌碩" userId="f835a9ca-f231-4ac2-9887-24bf7a4c5c81" providerId="ADAL" clId="{0BF69601-BF66-44DF-90F2-E19B10E1BF6C}" dt="2026-09-28T14:15:15.197" v="169" actId="478"/>
          <ac:spMkLst>
            <pc:docMk/>
            <pc:sldMk cId="2007545538" sldId="268"/>
            <ac:spMk id="6" creationId="{3253EECE-C2ED-422E-B61A-1BC2095AC01E}"/>
          </ac:spMkLst>
        </pc:spChg>
      </pc:sldChg>
      <pc:sldChg chg="delSp modSp mod modNotesTx">
        <pc:chgData name="林昌碩" userId="f835a9ca-f231-4ac2-9887-24bf7a4c5c81" providerId="ADAL" clId="{0BF69601-BF66-44DF-90F2-E19B10E1BF6C}" dt="2026-10-02T00:39:42.767" v="1870" actId="20577"/>
        <pc:sldMkLst>
          <pc:docMk/>
          <pc:sldMk cId="2007545538" sldId="269"/>
        </pc:sldMkLst>
        <pc:spChg chg="del">
          <ac:chgData name="林昌碩" userId="f835a9ca-f231-4ac2-9887-24bf7a4c5c81" providerId="ADAL" clId="{0BF69601-BF66-44DF-90F2-E19B10E1BF6C}" dt="2026-09-28T14:27:58.095" v="261" actId="478"/>
          <ac:spMkLst>
            <pc:docMk/>
            <pc:sldMk cId="2007545538" sldId="269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10-02T00:39:42.767" v="1870" actId="20577"/>
          <ac:spMkLst>
            <pc:docMk/>
            <pc:sldMk cId="2007545538" sldId="269"/>
            <ac:spMk id="21" creationId="{0938C951-1E99-44CE-B5B8-92552AEA552A}"/>
          </ac:spMkLst>
        </pc:spChg>
      </pc:sldChg>
      <pc:sldChg chg="delSp modSp mod modNotesTx">
        <pc:chgData name="林昌碩" userId="f835a9ca-f231-4ac2-9887-24bf7a4c5c81" providerId="ADAL" clId="{0BF69601-BF66-44DF-90F2-E19B10E1BF6C}" dt="2026-09-28T14:40:41.023" v="342" actId="121"/>
        <pc:sldMkLst>
          <pc:docMk/>
          <pc:sldMk cId="2007545538" sldId="270"/>
        </pc:sldMkLst>
        <pc:spChg chg="del">
          <ac:chgData name="林昌碩" userId="f835a9ca-f231-4ac2-9887-24bf7a4c5c81" providerId="ADAL" clId="{0BF69601-BF66-44DF-90F2-E19B10E1BF6C}" dt="2026-09-28T14:40:18.447" v="337" actId="478"/>
          <ac:spMkLst>
            <pc:docMk/>
            <pc:sldMk cId="2007545538" sldId="270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09-28T14:40:41.023" v="342" actId="121"/>
          <ac:graphicFrameMkLst>
            <pc:docMk/>
            <pc:sldMk cId="2007545538" sldId="270"/>
            <ac:graphicFrameMk id="24" creationId="{00000000-0000-0000-0000-000000000000}"/>
          </ac:graphicFrameMkLst>
        </pc:graphicFrameChg>
      </pc:sldChg>
      <pc:sldChg chg="modNotesTx">
        <pc:chgData name="林昌碩" userId="f835a9ca-f231-4ac2-9887-24bf7a4c5c81" providerId="ADAL" clId="{0BF69601-BF66-44DF-90F2-E19B10E1BF6C}" dt="2026-09-28T14:47:24.719" v="357" actId="6549"/>
        <pc:sldMkLst>
          <pc:docMk/>
          <pc:sldMk cId="2007545538" sldId="271"/>
        </pc:sldMkLst>
      </pc:sldChg>
      <pc:sldChg chg="delSp modSp mod modNotesTx">
        <pc:chgData name="林昌碩" userId="f835a9ca-f231-4ac2-9887-24bf7a4c5c81" providerId="ADAL" clId="{0BF69601-BF66-44DF-90F2-E19B10E1BF6C}" dt="2026-09-28T23:43:35.071" v="367"/>
        <pc:sldMkLst>
          <pc:docMk/>
          <pc:sldMk cId="2007545538" sldId="272"/>
        </pc:sldMkLst>
        <pc:spChg chg="del">
          <ac:chgData name="林昌碩" userId="f835a9ca-f231-4ac2-9887-24bf7a4c5c81" providerId="ADAL" clId="{0BF69601-BF66-44DF-90F2-E19B10E1BF6C}" dt="2026-09-28T14:49:45.116" v="359" actId="478"/>
          <ac:spMkLst>
            <pc:docMk/>
            <pc:sldMk cId="2007545538" sldId="272"/>
            <ac:spMk id="6" creationId="{3253EECE-C2ED-422E-B61A-1BC2095AC01E}"/>
          </ac:spMkLst>
        </pc:spChg>
        <pc:graphicFrameChg chg="mod modGraphic">
          <ac:chgData name="林昌碩" userId="f835a9ca-f231-4ac2-9887-24bf7a4c5c81" providerId="ADAL" clId="{0BF69601-BF66-44DF-90F2-E19B10E1BF6C}" dt="2026-09-28T23:43:35.071" v="367"/>
          <ac:graphicFrameMkLst>
            <pc:docMk/>
            <pc:sldMk cId="2007545538" sldId="272"/>
            <ac:graphicFrameMk id="28" creationId="{00000000-0000-0000-0000-000000000000}"/>
          </ac:graphicFrameMkLst>
        </pc:graphicFrameChg>
      </pc:sldChg>
      <pc:sldChg chg="delSp mod modNotesTx">
        <pc:chgData name="林昌碩" userId="f835a9ca-f231-4ac2-9887-24bf7a4c5c81" providerId="ADAL" clId="{0BF69601-BF66-44DF-90F2-E19B10E1BF6C}" dt="2026-09-28T23:45:09.085" v="369" actId="6549"/>
        <pc:sldMkLst>
          <pc:docMk/>
          <pc:sldMk cId="2007545538" sldId="273"/>
        </pc:sldMkLst>
        <pc:spChg chg="del">
          <ac:chgData name="林昌碩" userId="f835a9ca-f231-4ac2-9887-24bf7a4c5c81" providerId="ADAL" clId="{0BF69601-BF66-44DF-90F2-E19B10E1BF6C}" dt="2026-09-28T23:45:05.249" v="368" actId="478"/>
          <ac:spMkLst>
            <pc:docMk/>
            <pc:sldMk cId="2007545538" sldId="273"/>
            <ac:spMk id="6" creationId="{3253EECE-C2ED-422E-B61A-1BC2095AC01E}"/>
          </ac:spMkLst>
        </pc:spChg>
      </pc:sldChg>
      <pc:sldChg chg="delSp modSp mod modNotesTx">
        <pc:chgData name="林昌碩" userId="f835a9ca-f231-4ac2-9887-24bf7a4c5c81" providerId="ADAL" clId="{0BF69601-BF66-44DF-90F2-E19B10E1BF6C}" dt="2026-09-29T00:30:41.408" v="486" actId="478"/>
        <pc:sldMkLst>
          <pc:docMk/>
          <pc:sldMk cId="2007545538" sldId="274"/>
        </pc:sldMkLst>
        <pc:spChg chg="mod">
          <ac:chgData name="林昌碩" userId="f835a9ca-f231-4ac2-9887-24bf7a4c5c81" providerId="ADAL" clId="{0BF69601-BF66-44DF-90F2-E19B10E1BF6C}" dt="2026-09-29T00:15:32.701" v="457" actId="20577"/>
          <ac:spMkLst>
            <pc:docMk/>
            <pc:sldMk cId="2007545538" sldId="274"/>
            <ac:spMk id="3" creationId="{83F2EB77-78B7-490B-A3DC-9479D65B96AF}"/>
          </ac:spMkLst>
        </pc:spChg>
        <pc:spChg chg="del">
          <ac:chgData name="林昌碩" userId="f835a9ca-f231-4ac2-9887-24bf7a4c5c81" providerId="ADAL" clId="{0BF69601-BF66-44DF-90F2-E19B10E1BF6C}" dt="2026-09-29T00:30:41.408" v="486" actId="478"/>
          <ac:spMkLst>
            <pc:docMk/>
            <pc:sldMk cId="2007545538" sldId="274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09-29T00:16:43.296" v="465" actId="20577"/>
          <ac:spMkLst>
            <pc:docMk/>
            <pc:sldMk cId="2007545538" sldId="274"/>
            <ac:spMk id="20" creationId="{65F02747-28F0-4E7D-890D-E2F5A0CB5F90}"/>
          </ac:spMkLst>
        </pc:spChg>
        <pc:spChg chg="mod">
          <ac:chgData name="林昌碩" userId="f835a9ca-f231-4ac2-9887-24bf7a4c5c81" providerId="ADAL" clId="{0BF69601-BF66-44DF-90F2-E19B10E1BF6C}" dt="2026-09-29T00:18:09.992" v="482" actId="20577"/>
          <ac:spMkLst>
            <pc:docMk/>
            <pc:sldMk cId="2007545538" sldId="274"/>
            <ac:spMk id="21" creationId="{AAC7FE7A-5795-4F73-82DA-5B886664ADBD}"/>
          </ac:spMkLst>
        </pc:spChg>
      </pc:sldChg>
      <pc:sldChg chg="delSp modSp mod modNotesTx">
        <pc:chgData name="林昌碩" userId="f835a9ca-f231-4ac2-9887-24bf7a4c5c81" providerId="ADAL" clId="{0BF69601-BF66-44DF-90F2-E19B10E1BF6C}" dt="2026-09-29T00:58:51.386" v="488" actId="6549"/>
        <pc:sldMkLst>
          <pc:docMk/>
          <pc:sldMk cId="2007545538" sldId="275"/>
        </pc:sldMkLst>
        <pc:spChg chg="del">
          <ac:chgData name="林昌碩" userId="f835a9ca-f231-4ac2-9887-24bf7a4c5c81" providerId="ADAL" clId="{0BF69601-BF66-44DF-90F2-E19B10E1BF6C}" dt="2026-09-29T00:30:46.365" v="487" actId="478"/>
          <ac:spMkLst>
            <pc:docMk/>
            <pc:sldMk cId="2007545538" sldId="275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09-29T00:30:32.861" v="485" actId="14734"/>
          <ac:graphicFrameMkLst>
            <pc:docMk/>
            <pc:sldMk cId="2007545538" sldId="275"/>
            <ac:graphicFrameMk id="25" creationId="{00000000-0000-0000-0000-000000000000}"/>
          </ac:graphicFrameMkLst>
        </pc:graphicFrameChg>
      </pc:sldChg>
      <pc:sldChg chg="delSp mod modNotesTx">
        <pc:chgData name="林昌碩" userId="f835a9ca-f231-4ac2-9887-24bf7a4c5c81" providerId="ADAL" clId="{0BF69601-BF66-44DF-90F2-E19B10E1BF6C}" dt="2026-09-29T00:59:56.047" v="490" actId="6549"/>
        <pc:sldMkLst>
          <pc:docMk/>
          <pc:sldMk cId="2007545538" sldId="276"/>
        </pc:sldMkLst>
        <pc:spChg chg="del">
          <ac:chgData name="林昌碩" userId="f835a9ca-f231-4ac2-9887-24bf7a4c5c81" providerId="ADAL" clId="{0BF69601-BF66-44DF-90F2-E19B10E1BF6C}" dt="2026-09-29T00:59:54.207" v="489" actId="478"/>
          <ac:spMkLst>
            <pc:docMk/>
            <pc:sldMk cId="2007545538" sldId="276"/>
            <ac:spMk id="6" creationId="{3253EECE-C2ED-422E-B61A-1BC2095AC01E}"/>
          </ac:spMkLst>
        </pc:spChg>
      </pc:sldChg>
      <pc:sldChg chg="delSp modSp mod modNotesTx">
        <pc:chgData name="林昌碩" userId="f835a9ca-f231-4ac2-9887-24bf7a4c5c81" providerId="ADAL" clId="{0BF69601-BF66-44DF-90F2-E19B10E1BF6C}" dt="2026-09-29T02:01:57.770" v="733" actId="478"/>
        <pc:sldMkLst>
          <pc:docMk/>
          <pc:sldMk cId="2007545538" sldId="277"/>
        </pc:sldMkLst>
        <pc:spChg chg="del">
          <ac:chgData name="林昌碩" userId="f835a9ca-f231-4ac2-9887-24bf7a4c5c81" providerId="ADAL" clId="{0BF69601-BF66-44DF-90F2-E19B10E1BF6C}" dt="2026-09-29T01:00:58.668" v="491" actId="478"/>
          <ac:spMkLst>
            <pc:docMk/>
            <pc:sldMk cId="2007545538" sldId="277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09-29T02:01:51.256" v="732"/>
          <ac:spMkLst>
            <pc:docMk/>
            <pc:sldMk cId="2007545538" sldId="277"/>
            <ac:spMk id="20" creationId="{09AAAD72-5CFC-4DB8-AC4C-A87DCECB98BC}"/>
          </ac:spMkLst>
        </pc:spChg>
        <pc:spChg chg="mod">
          <ac:chgData name="林昌碩" userId="f835a9ca-f231-4ac2-9887-24bf7a4c5c81" providerId="ADAL" clId="{0BF69601-BF66-44DF-90F2-E19B10E1BF6C}" dt="2026-09-29T01:58:39.340" v="584" actId="20577"/>
          <ac:spMkLst>
            <pc:docMk/>
            <pc:sldMk cId="2007545538" sldId="277"/>
            <ac:spMk id="21" creationId="{AB04E7C9-F366-406B-B213-80A728F1B6A5}"/>
          </ac:spMkLst>
        </pc:spChg>
        <pc:spChg chg="del">
          <ac:chgData name="林昌碩" userId="f835a9ca-f231-4ac2-9887-24bf7a4c5c81" providerId="ADAL" clId="{0BF69601-BF66-44DF-90F2-E19B10E1BF6C}" dt="2026-09-29T02:01:57.770" v="733" actId="478"/>
          <ac:spMkLst>
            <pc:docMk/>
            <pc:sldMk cId="2007545538" sldId="277"/>
            <ac:spMk id="23" creationId="{8D65ABF7-9695-4658-8B51-F318D93BAB23}"/>
          </ac:spMkLst>
        </pc:spChg>
      </pc:sldChg>
      <pc:sldChg chg="delSp modSp mod modNotesTx">
        <pc:chgData name="林昌碩" userId="f835a9ca-f231-4ac2-9887-24bf7a4c5c81" providerId="ADAL" clId="{0BF69601-BF66-44DF-90F2-E19B10E1BF6C}" dt="2026-09-29T02:08:38.632" v="786" actId="20577"/>
        <pc:sldMkLst>
          <pc:docMk/>
          <pc:sldMk cId="2007545538" sldId="278"/>
        </pc:sldMkLst>
        <pc:spChg chg="del">
          <ac:chgData name="林昌碩" userId="f835a9ca-f231-4ac2-9887-24bf7a4c5c81" providerId="ADAL" clId="{0BF69601-BF66-44DF-90F2-E19B10E1BF6C}" dt="2026-09-29T02:04:09.998" v="751" actId="478"/>
          <ac:spMkLst>
            <pc:docMk/>
            <pc:sldMk cId="2007545538" sldId="278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09-29T02:07:12.652" v="754" actId="6549"/>
          <ac:spMkLst>
            <pc:docMk/>
            <pc:sldMk cId="2007545538" sldId="278"/>
            <ac:spMk id="18" creationId="{8CE2DB99-55D1-4246-8107-218324122BFA}"/>
          </ac:spMkLst>
        </pc:spChg>
        <pc:graphicFrameChg chg="modGraphic">
          <ac:chgData name="林昌碩" userId="f835a9ca-f231-4ac2-9887-24bf7a4c5c81" providerId="ADAL" clId="{0BF69601-BF66-44DF-90F2-E19B10E1BF6C}" dt="2026-09-29T02:08:38.632" v="786" actId="20577"/>
          <ac:graphicFrameMkLst>
            <pc:docMk/>
            <pc:sldMk cId="2007545538" sldId="278"/>
            <ac:graphicFrameMk id="25" creationId="{00000000-0000-0000-0000-000000000000}"/>
          </ac:graphicFrameMkLst>
        </pc:graphicFrameChg>
      </pc:sldChg>
      <pc:sldChg chg="delSp modSp mod modNotesTx">
        <pc:chgData name="林昌碩" userId="f835a9ca-f231-4ac2-9887-24bf7a4c5c81" providerId="ADAL" clId="{0BF69601-BF66-44DF-90F2-E19B10E1BF6C}" dt="2026-09-29T02:28:04.196" v="1196" actId="20577"/>
        <pc:sldMkLst>
          <pc:docMk/>
          <pc:sldMk cId="2007545538" sldId="279"/>
        </pc:sldMkLst>
        <pc:spChg chg="mod">
          <ac:chgData name="林昌碩" userId="f835a9ca-f231-4ac2-9887-24bf7a4c5c81" providerId="ADAL" clId="{0BF69601-BF66-44DF-90F2-E19B10E1BF6C}" dt="2026-09-29T02:13:02.811" v="839" actId="20577"/>
          <ac:spMkLst>
            <pc:docMk/>
            <pc:sldMk cId="2007545538" sldId="279"/>
            <ac:spMk id="2" creationId="{4FD2F9C2-D7D5-4D2F-B2A0-08360C90CB60}"/>
          </ac:spMkLst>
        </pc:spChg>
        <pc:spChg chg="del">
          <ac:chgData name="林昌碩" userId="f835a9ca-f231-4ac2-9887-24bf7a4c5c81" providerId="ADAL" clId="{0BF69601-BF66-44DF-90F2-E19B10E1BF6C}" dt="2026-09-29T02:09:38.744" v="801" actId="478"/>
          <ac:spMkLst>
            <pc:docMk/>
            <pc:sldMk cId="2007545538" sldId="279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09-29T02:28:04.196" v="1196" actId="20577"/>
          <ac:spMkLst>
            <pc:docMk/>
            <pc:sldMk cId="2007545538" sldId="279"/>
            <ac:spMk id="18" creationId="{BD8A0ED9-25EF-4526-94AD-EF61A7A4AF76}"/>
          </ac:spMkLst>
        </pc:spChg>
        <pc:graphicFrameChg chg="mod modGraphic">
          <ac:chgData name="林昌碩" userId="f835a9ca-f231-4ac2-9887-24bf7a4c5c81" providerId="ADAL" clId="{0BF69601-BF66-44DF-90F2-E19B10E1BF6C}" dt="2026-09-29T02:27:52.776" v="1194" actId="113"/>
          <ac:graphicFrameMkLst>
            <pc:docMk/>
            <pc:sldMk cId="2007545538" sldId="279"/>
            <ac:graphicFrameMk id="25" creationId="{00000000-0000-0000-0000-000000000000}"/>
          </ac:graphicFrameMkLst>
        </pc:graphicFrameChg>
      </pc:sldChg>
      <pc:sldChg chg="delSp modSp mod modNotesTx">
        <pc:chgData name="林昌碩" userId="f835a9ca-f231-4ac2-9887-24bf7a4c5c81" providerId="ADAL" clId="{0BF69601-BF66-44DF-90F2-E19B10E1BF6C}" dt="2026-10-01T11:35:11.331" v="1291" actId="478"/>
        <pc:sldMkLst>
          <pc:docMk/>
          <pc:sldMk cId="2007545538" sldId="280"/>
        </pc:sldMkLst>
        <pc:spChg chg="mod">
          <ac:chgData name="林昌碩" userId="f835a9ca-f231-4ac2-9887-24bf7a4c5c81" providerId="ADAL" clId="{0BF69601-BF66-44DF-90F2-E19B10E1BF6C}" dt="2026-09-29T02:28:43.939" v="1200" actId="20577"/>
          <ac:spMkLst>
            <pc:docMk/>
            <pc:sldMk cId="2007545538" sldId="280"/>
            <ac:spMk id="2" creationId="{4FD2F9C2-D7D5-4D2F-B2A0-08360C90CB60}"/>
          </ac:spMkLst>
        </pc:spChg>
        <pc:spChg chg="del">
          <ac:chgData name="林昌碩" userId="f835a9ca-f231-4ac2-9887-24bf7a4c5c81" providerId="ADAL" clId="{0BF69601-BF66-44DF-90F2-E19B10E1BF6C}" dt="2026-10-01T11:35:11.331" v="1291" actId="478"/>
          <ac:spMkLst>
            <pc:docMk/>
            <pc:sldMk cId="2007545538" sldId="280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09-29T02:29:30.017" v="1218" actId="20577"/>
          <ac:spMkLst>
            <pc:docMk/>
            <pc:sldMk cId="2007545538" sldId="280"/>
            <ac:spMk id="17" creationId="{9F98622D-7166-4E2E-97AF-8DF923DD7A3E}"/>
          </ac:spMkLst>
        </pc:spChg>
        <pc:spChg chg="mod">
          <ac:chgData name="林昌碩" userId="f835a9ca-f231-4ac2-9887-24bf7a4c5c81" providerId="ADAL" clId="{0BF69601-BF66-44DF-90F2-E19B10E1BF6C}" dt="2026-09-29T05:38:48.913" v="1231" actId="20577"/>
          <ac:spMkLst>
            <pc:docMk/>
            <pc:sldMk cId="2007545538" sldId="280"/>
            <ac:spMk id="20" creationId="{AE2EDE0C-AED6-4061-B922-72598C9CBD01}"/>
          </ac:spMkLst>
        </pc:spChg>
        <pc:spChg chg="mod">
          <ac:chgData name="林昌碩" userId="f835a9ca-f231-4ac2-9887-24bf7a4c5c81" providerId="ADAL" clId="{0BF69601-BF66-44DF-90F2-E19B10E1BF6C}" dt="2026-09-29T05:40:49.337" v="1257" actId="20577"/>
          <ac:spMkLst>
            <pc:docMk/>
            <pc:sldMk cId="2007545538" sldId="280"/>
            <ac:spMk id="23" creationId="{223AF8D6-BDCB-4A47-8EC0-29CCEBDB38FC}"/>
          </ac:spMkLst>
        </pc:spChg>
      </pc:sldChg>
      <pc:sldChg chg="addSp delSp modSp mod ord modNotesTx">
        <pc:chgData name="林昌碩" userId="f835a9ca-f231-4ac2-9887-24bf7a4c5c81" providerId="ADAL" clId="{0BF69601-BF66-44DF-90F2-E19B10E1BF6C}" dt="2026-10-01T14:28:00.514" v="1541" actId="1035"/>
        <pc:sldMkLst>
          <pc:docMk/>
          <pc:sldMk cId="2007545538" sldId="281"/>
        </pc:sldMkLst>
        <pc:spChg chg="mod">
          <ac:chgData name="林昌碩" userId="f835a9ca-f231-4ac2-9887-24bf7a4c5c81" providerId="ADAL" clId="{0BF69601-BF66-44DF-90F2-E19B10E1BF6C}" dt="2026-10-01T11:14:23.495" v="1260" actId="20577"/>
          <ac:spMkLst>
            <pc:docMk/>
            <pc:sldMk cId="2007545538" sldId="281"/>
            <ac:spMk id="3" creationId="{83F2EB77-78B7-490B-A3DC-9479D65B96AF}"/>
          </ac:spMkLst>
        </pc:spChg>
        <pc:spChg chg="del">
          <ac:chgData name="林昌碩" userId="f835a9ca-f231-4ac2-9887-24bf7a4c5c81" providerId="ADAL" clId="{0BF69601-BF66-44DF-90F2-E19B10E1BF6C}" dt="2026-10-01T14:23:26.689" v="1510" actId="478"/>
          <ac:spMkLst>
            <pc:docMk/>
            <pc:sldMk cId="2007545538" sldId="281"/>
            <ac:spMk id="6" creationId="{3253EECE-C2ED-422E-B61A-1BC2095AC01E}"/>
          </ac:spMkLst>
        </pc:spChg>
        <pc:spChg chg="add mod">
          <ac:chgData name="林昌碩" userId="f835a9ca-f231-4ac2-9887-24bf7a4c5c81" providerId="ADAL" clId="{0BF69601-BF66-44DF-90F2-E19B10E1BF6C}" dt="2026-10-01T14:27:53.594" v="1529" actId="113"/>
          <ac:spMkLst>
            <pc:docMk/>
            <pc:sldMk cId="2007545538" sldId="281"/>
            <ac:spMk id="7" creationId="{FF186B0B-0E1B-7BCD-53EE-6E5BAB260A27}"/>
          </ac:spMkLst>
        </pc:spChg>
        <pc:spChg chg="mod">
          <ac:chgData name="林昌碩" userId="f835a9ca-f231-4ac2-9887-24bf7a4c5c81" providerId="ADAL" clId="{0BF69601-BF66-44DF-90F2-E19B10E1BF6C}" dt="2026-10-01T14:28:00.514" v="1541" actId="1035"/>
          <ac:spMkLst>
            <pc:docMk/>
            <pc:sldMk cId="2007545538" sldId="281"/>
            <ac:spMk id="17" creationId="{FB287639-31E3-4DFE-994F-9756A0CC31F0}"/>
          </ac:spMkLst>
        </pc:spChg>
        <pc:spChg chg="mod">
          <ac:chgData name="林昌碩" userId="f835a9ca-f231-4ac2-9887-24bf7a4c5c81" providerId="ADAL" clId="{0BF69601-BF66-44DF-90F2-E19B10E1BF6C}" dt="2026-10-01T12:10:42.575" v="1465" actId="1036"/>
          <ac:spMkLst>
            <pc:docMk/>
            <pc:sldMk cId="2007545538" sldId="281"/>
            <ac:spMk id="18" creationId="{FBEF3916-3456-407A-8F00-7E810E97F8EC}"/>
          </ac:spMkLst>
        </pc:spChg>
        <pc:spChg chg="mod">
          <ac:chgData name="林昌碩" userId="f835a9ca-f231-4ac2-9887-24bf7a4c5c81" providerId="ADAL" clId="{0BF69601-BF66-44DF-90F2-E19B10E1BF6C}" dt="2026-10-01T12:10:42.575" v="1465" actId="1036"/>
          <ac:spMkLst>
            <pc:docMk/>
            <pc:sldMk cId="2007545538" sldId="281"/>
            <ac:spMk id="19" creationId="{F5C8A62F-3CBE-4AF4-8E9A-6E772994FCD1}"/>
          </ac:spMkLst>
        </pc:spChg>
        <pc:spChg chg="mod">
          <ac:chgData name="林昌碩" userId="f835a9ca-f231-4ac2-9887-24bf7a4c5c81" providerId="ADAL" clId="{0BF69601-BF66-44DF-90F2-E19B10E1BF6C}" dt="2026-10-01T12:10:42.575" v="1465" actId="1036"/>
          <ac:spMkLst>
            <pc:docMk/>
            <pc:sldMk cId="2007545538" sldId="281"/>
            <ac:spMk id="20" creationId="{5E581FBE-008C-449D-9B6B-5EA075EB3F00}"/>
          </ac:spMkLst>
        </pc:spChg>
        <pc:spChg chg="mod">
          <ac:chgData name="林昌碩" userId="f835a9ca-f231-4ac2-9887-24bf7a4c5c81" providerId="ADAL" clId="{0BF69601-BF66-44DF-90F2-E19B10E1BF6C}" dt="2026-10-01T12:10:42.575" v="1465" actId="1036"/>
          <ac:spMkLst>
            <pc:docMk/>
            <pc:sldMk cId="2007545538" sldId="281"/>
            <ac:spMk id="21" creationId="{7A3C38CD-6A80-40D6-9F5F-19275F72641D}"/>
          </ac:spMkLst>
        </pc:spChg>
        <pc:spChg chg="mod">
          <ac:chgData name="林昌碩" userId="f835a9ca-f231-4ac2-9887-24bf7a4c5c81" providerId="ADAL" clId="{0BF69601-BF66-44DF-90F2-E19B10E1BF6C}" dt="2026-10-01T12:10:42.575" v="1465" actId="1036"/>
          <ac:spMkLst>
            <pc:docMk/>
            <pc:sldMk cId="2007545538" sldId="281"/>
            <ac:spMk id="22" creationId="{02E8F8A3-C75F-470C-BCAB-9D35B89AEF60}"/>
          </ac:spMkLst>
        </pc:spChg>
        <pc:spChg chg="mod">
          <ac:chgData name="林昌碩" userId="f835a9ca-f231-4ac2-9887-24bf7a4c5c81" providerId="ADAL" clId="{0BF69601-BF66-44DF-90F2-E19B10E1BF6C}" dt="2026-10-01T12:10:42.575" v="1465" actId="1036"/>
          <ac:spMkLst>
            <pc:docMk/>
            <pc:sldMk cId="2007545538" sldId="281"/>
            <ac:spMk id="23" creationId="{00700D1F-41A1-4D82-AB3B-3B6E9740A46A}"/>
          </ac:spMkLst>
        </pc:spChg>
      </pc:sldChg>
      <pc:sldChg chg="delSp modSp mod ord modNotesTx">
        <pc:chgData name="林昌碩" userId="f835a9ca-f231-4ac2-9887-24bf7a4c5c81" providerId="ADAL" clId="{0BF69601-BF66-44DF-90F2-E19B10E1BF6C}" dt="2026-10-01T14:46:00.989" v="1584" actId="20577"/>
        <pc:sldMkLst>
          <pc:docMk/>
          <pc:sldMk cId="2007545538" sldId="282"/>
        </pc:sldMkLst>
        <pc:spChg chg="mod">
          <ac:chgData name="林昌碩" userId="f835a9ca-f231-4ac2-9887-24bf7a4c5c81" providerId="ADAL" clId="{0BF69601-BF66-44DF-90F2-E19B10E1BF6C}" dt="2026-10-01T14:34:40.914" v="1565" actId="6549"/>
          <ac:spMkLst>
            <pc:docMk/>
            <pc:sldMk cId="2007545538" sldId="282"/>
            <ac:spMk id="2" creationId="{4FD2F9C2-D7D5-4D2F-B2A0-08360C90CB60}"/>
          </ac:spMkLst>
        </pc:spChg>
        <pc:spChg chg="del">
          <ac:chgData name="林昌碩" userId="f835a9ca-f231-4ac2-9887-24bf7a4c5c81" providerId="ADAL" clId="{0BF69601-BF66-44DF-90F2-E19B10E1BF6C}" dt="2026-10-01T14:32:55.138" v="1559" actId="478"/>
          <ac:spMkLst>
            <pc:docMk/>
            <pc:sldMk cId="2007545538" sldId="282"/>
            <ac:spMk id="6" creationId="{3253EECE-C2ED-422E-B61A-1BC2095AC01E}"/>
          </ac:spMkLst>
        </pc:spChg>
        <pc:spChg chg="del">
          <ac:chgData name="林昌碩" userId="f835a9ca-f231-4ac2-9887-24bf7a4c5c81" providerId="ADAL" clId="{0BF69601-BF66-44DF-90F2-E19B10E1BF6C}" dt="2026-10-01T14:35:04.618" v="1568" actId="478"/>
          <ac:spMkLst>
            <pc:docMk/>
            <pc:sldMk cId="2007545538" sldId="282"/>
            <ac:spMk id="18" creationId="{B6344BC1-D2CF-4568-AC4D-36EE00C56CB5}"/>
          </ac:spMkLst>
        </pc:spChg>
        <pc:graphicFrameChg chg="modGraphic">
          <ac:chgData name="林昌碩" userId="f835a9ca-f231-4ac2-9887-24bf7a4c5c81" providerId="ADAL" clId="{0BF69601-BF66-44DF-90F2-E19B10E1BF6C}" dt="2026-10-01T14:46:00.989" v="1584" actId="20577"/>
          <ac:graphicFrameMkLst>
            <pc:docMk/>
            <pc:sldMk cId="2007545538" sldId="282"/>
            <ac:graphicFrameMk id="25" creationId="{00000000-0000-0000-0000-000000000000}"/>
          </ac:graphicFrameMkLst>
        </pc:graphicFrameChg>
      </pc:sldChg>
      <pc:sldChg chg="delSp mod modNotesTx">
        <pc:chgData name="林昌碩" userId="f835a9ca-f231-4ac2-9887-24bf7a4c5c81" providerId="ADAL" clId="{0BF69601-BF66-44DF-90F2-E19B10E1BF6C}" dt="2026-10-01T14:16:43.834" v="1479" actId="478"/>
        <pc:sldMkLst>
          <pc:docMk/>
          <pc:sldMk cId="2007545538" sldId="283"/>
        </pc:sldMkLst>
        <pc:spChg chg="del">
          <ac:chgData name="林昌碩" userId="f835a9ca-f231-4ac2-9887-24bf7a4c5c81" providerId="ADAL" clId="{0BF69601-BF66-44DF-90F2-E19B10E1BF6C}" dt="2026-10-01T14:16:43.834" v="1479" actId="478"/>
          <ac:spMkLst>
            <pc:docMk/>
            <pc:sldMk cId="2007545538" sldId="283"/>
            <ac:spMk id="6" creationId="{3253EECE-C2ED-422E-B61A-1BC2095AC01E}"/>
          </ac:spMkLst>
        </pc:spChg>
      </pc:sldChg>
      <pc:sldChg chg="addSp modSp mod modNotesTx">
        <pc:chgData name="林昌碩" userId="f835a9ca-f231-4ac2-9887-24bf7a4c5c81" providerId="ADAL" clId="{0BF69601-BF66-44DF-90F2-E19B10E1BF6C}" dt="2026-10-01T14:18:59.180" v="1493" actId="14100"/>
        <pc:sldMkLst>
          <pc:docMk/>
          <pc:sldMk cId="2007545538" sldId="284"/>
        </pc:sldMkLst>
        <pc:spChg chg="mod">
          <ac:chgData name="林昌碩" userId="f835a9ca-f231-4ac2-9887-24bf7a4c5c81" providerId="ADAL" clId="{0BF69601-BF66-44DF-90F2-E19B10E1BF6C}" dt="2026-10-01T14:17:32.506" v="1487" actId="20577"/>
          <ac:spMkLst>
            <pc:docMk/>
            <pc:sldMk cId="2007545538" sldId="284"/>
            <ac:spMk id="21" creationId="{4E484125-2B04-4CF1-868B-604BA1E9BA80}"/>
          </ac:spMkLst>
        </pc:spChg>
        <pc:spChg chg="mod">
          <ac:chgData name="林昌碩" userId="f835a9ca-f231-4ac2-9887-24bf7a4c5c81" providerId="ADAL" clId="{0BF69601-BF66-44DF-90F2-E19B10E1BF6C}" dt="2026-10-01T14:17:41.979" v="1490" actId="20577"/>
          <ac:spMkLst>
            <pc:docMk/>
            <pc:sldMk cId="2007545538" sldId="284"/>
            <ac:spMk id="23" creationId="{988E142B-9165-455F-A7AC-2E10BB459DC4}"/>
          </ac:spMkLst>
        </pc:spChg>
        <pc:spChg chg="mod">
          <ac:chgData name="林昌碩" userId="f835a9ca-f231-4ac2-9887-24bf7a4c5c81" providerId="ADAL" clId="{0BF69601-BF66-44DF-90F2-E19B10E1BF6C}" dt="2026-10-01T14:18:59.180" v="1493" actId="14100"/>
          <ac:spMkLst>
            <pc:docMk/>
            <pc:sldMk cId="2007545538" sldId="284"/>
            <ac:spMk id="24" creationId="{35ABB4D7-2F1F-4115-8621-A4D6A70B8722}"/>
          </ac:spMkLst>
        </pc:spChg>
        <pc:grpChg chg="add mod">
          <ac:chgData name="林昌碩" userId="f835a9ca-f231-4ac2-9887-24bf7a4c5c81" providerId="ADAL" clId="{0BF69601-BF66-44DF-90F2-E19B10E1BF6C}" dt="2026-10-01T14:17:23.983" v="1483" actId="14100"/>
          <ac:grpSpMkLst>
            <pc:docMk/>
            <pc:sldMk cId="2007545538" sldId="284"/>
            <ac:grpSpMk id="7" creationId="{2DB3979E-9FC5-E739-63B8-223BBEC16969}"/>
          </ac:grpSpMkLst>
        </pc:grpChg>
        <pc:grpChg chg="mod">
          <ac:chgData name="林昌碩" userId="f835a9ca-f231-4ac2-9887-24bf7a4c5c81" providerId="ADAL" clId="{0BF69601-BF66-44DF-90F2-E19B10E1BF6C}" dt="2026-10-01T14:17:15.965" v="1480"/>
          <ac:grpSpMkLst>
            <pc:docMk/>
            <pc:sldMk cId="2007545538" sldId="284"/>
            <ac:grpSpMk id="8" creationId="{3D4CE30A-0A28-3FE5-4FBA-92467F040096}"/>
          </ac:grpSpMkLst>
        </pc:grpChg>
        <pc:picChg chg="mod">
          <ac:chgData name="林昌碩" userId="f835a9ca-f231-4ac2-9887-24bf7a4c5c81" providerId="ADAL" clId="{0BF69601-BF66-44DF-90F2-E19B10E1BF6C}" dt="2026-10-01T14:17:15.965" v="1480"/>
          <ac:picMkLst>
            <pc:docMk/>
            <pc:sldMk cId="2007545538" sldId="284"/>
            <ac:picMk id="10" creationId="{FFA025A2-2624-56CE-D9CF-4A20F23339E1}"/>
          </ac:picMkLst>
        </pc:picChg>
        <pc:picChg chg="mod">
          <ac:chgData name="林昌碩" userId="f835a9ca-f231-4ac2-9887-24bf7a4c5c81" providerId="ADAL" clId="{0BF69601-BF66-44DF-90F2-E19B10E1BF6C}" dt="2026-10-01T14:17:15.965" v="1480"/>
          <ac:picMkLst>
            <pc:docMk/>
            <pc:sldMk cId="2007545538" sldId="284"/>
            <ac:picMk id="11" creationId="{E440831B-0CB2-4521-B203-564BC56D0ADD}"/>
          </ac:picMkLst>
        </pc:picChg>
        <pc:cxnChg chg="mod">
          <ac:chgData name="林昌碩" userId="f835a9ca-f231-4ac2-9887-24bf7a4c5c81" providerId="ADAL" clId="{0BF69601-BF66-44DF-90F2-E19B10E1BF6C}" dt="2026-10-01T14:17:15.965" v="1480"/>
          <ac:cxnSpMkLst>
            <pc:docMk/>
            <pc:sldMk cId="2007545538" sldId="284"/>
            <ac:cxnSpMk id="9" creationId="{F595BAF8-E578-25C9-65DE-BD51C1F24437}"/>
          </ac:cxnSpMkLst>
        </pc:cxnChg>
      </pc:sldChg>
      <pc:sldChg chg="addSp modSp mod modNotesTx">
        <pc:chgData name="林昌碩" userId="f835a9ca-f231-4ac2-9887-24bf7a4c5c81" providerId="ADAL" clId="{0BF69601-BF66-44DF-90F2-E19B10E1BF6C}" dt="2026-10-01T14:26:28.967" v="1524" actId="1076"/>
        <pc:sldMkLst>
          <pc:docMk/>
          <pc:sldMk cId="2007545538" sldId="285"/>
        </pc:sldMkLst>
        <pc:picChg chg="add mod">
          <ac:chgData name="林昌碩" userId="f835a9ca-f231-4ac2-9887-24bf7a4c5c81" providerId="ADAL" clId="{0BF69601-BF66-44DF-90F2-E19B10E1BF6C}" dt="2026-10-01T14:26:28.967" v="1524" actId="1076"/>
          <ac:picMkLst>
            <pc:docMk/>
            <pc:sldMk cId="2007545538" sldId="285"/>
            <ac:picMk id="7" creationId="{EA54AEA8-6947-783B-A16B-46DC2D2BAFD4}"/>
          </ac:picMkLst>
        </pc:picChg>
      </pc:sldChg>
      <pc:sldChg chg="delSp mod modNotesTx">
        <pc:chgData name="林昌碩" userId="f835a9ca-f231-4ac2-9887-24bf7a4c5c81" providerId="ADAL" clId="{0BF69601-BF66-44DF-90F2-E19B10E1BF6C}" dt="2026-10-01T14:26:53.002" v="1526" actId="478"/>
        <pc:sldMkLst>
          <pc:docMk/>
          <pc:sldMk cId="2007545538" sldId="286"/>
        </pc:sldMkLst>
        <pc:spChg chg="del">
          <ac:chgData name="林昌碩" userId="f835a9ca-f231-4ac2-9887-24bf7a4c5c81" providerId="ADAL" clId="{0BF69601-BF66-44DF-90F2-E19B10E1BF6C}" dt="2026-10-01T14:26:53.002" v="1526" actId="478"/>
          <ac:spMkLst>
            <pc:docMk/>
            <pc:sldMk cId="2007545538" sldId="286"/>
            <ac:spMk id="6" creationId="{3253EECE-C2ED-422E-B61A-1BC2095AC01E}"/>
          </ac:spMkLst>
        </pc:spChg>
      </pc:sldChg>
      <pc:sldChg chg="delSp mod modNotesTx">
        <pc:chgData name="林昌碩" userId="f835a9ca-f231-4ac2-9887-24bf7a4c5c81" providerId="ADAL" clId="{0BF69601-BF66-44DF-90F2-E19B10E1BF6C}" dt="2026-10-01T14:27:09.898" v="1528" actId="478"/>
        <pc:sldMkLst>
          <pc:docMk/>
          <pc:sldMk cId="2007545538" sldId="287"/>
        </pc:sldMkLst>
        <pc:spChg chg="del">
          <ac:chgData name="林昌碩" userId="f835a9ca-f231-4ac2-9887-24bf7a4c5c81" providerId="ADAL" clId="{0BF69601-BF66-44DF-90F2-E19B10E1BF6C}" dt="2026-10-01T14:27:09.898" v="1528" actId="478"/>
          <ac:spMkLst>
            <pc:docMk/>
            <pc:sldMk cId="2007545538" sldId="287"/>
            <ac:spMk id="6" creationId="{3253EECE-C2ED-422E-B61A-1BC2095AC01E}"/>
          </ac:spMkLst>
        </pc:spChg>
      </pc:sldChg>
      <pc:sldChg chg="addSp delSp modSp mod modNotesTx">
        <pc:chgData name="林昌碩" userId="f835a9ca-f231-4ac2-9887-24bf7a4c5c81" providerId="ADAL" clId="{0BF69601-BF66-44DF-90F2-E19B10E1BF6C}" dt="2026-10-01T14:32:27.361" v="1558" actId="478"/>
        <pc:sldMkLst>
          <pc:docMk/>
          <pc:sldMk cId="2007545538" sldId="288"/>
        </pc:sldMkLst>
        <pc:spChg chg="del">
          <ac:chgData name="林昌碩" userId="f835a9ca-f231-4ac2-9887-24bf7a4c5c81" providerId="ADAL" clId="{0BF69601-BF66-44DF-90F2-E19B10E1BF6C}" dt="2026-10-01T14:32:27.361" v="1558" actId="478"/>
          <ac:spMkLst>
            <pc:docMk/>
            <pc:sldMk cId="2007545538" sldId="288"/>
            <ac:spMk id="6" creationId="{3253EECE-C2ED-422E-B61A-1BC2095AC01E}"/>
          </ac:spMkLst>
        </pc:spChg>
        <pc:spChg chg="mod">
          <ac:chgData name="林昌碩" userId="f835a9ca-f231-4ac2-9887-24bf7a4c5c81" providerId="ADAL" clId="{0BF69601-BF66-44DF-90F2-E19B10E1BF6C}" dt="2026-10-01T14:28:43.858" v="1549" actId="6549"/>
          <ac:spMkLst>
            <pc:docMk/>
            <pc:sldMk cId="2007545538" sldId="288"/>
            <ac:spMk id="19" creationId="{D20AF965-AC26-49FA-BDAB-9EB84A1A16C4}"/>
          </ac:spMkLst>
        </pc:spChg>
        <pc:spChg chg="del">
          <ac:chgData name="林昌碩" userId="f835a9ca-f231-4ac2-9887-24bf7a4c5c81" providerId="ADAL" clId="{0BF69601-BF66-44DF-90F2-E19B10E1BF6C}" dt="2026-10-01T14:29:56.226" v="1551" actId="478"/>
          <ac:spMkLst>
            <pc:docMk/>
            <pc:sldMk cId="2007545538" sldId="288"/>
            <ac:spMk id="24" creationId="{293CE18C-D6CE-4108-8F24-2726C713EF4E}"/>
          </ac:spMkLst>
        </pc:spChg>
        <pc:picChg chg="add mod">
          <ac:chgData name="林昌碩" userId="f835a9ca-f231-4ac2-9887-24bf7a4c5c81" providerId="ADAL" clId="{0BF69601-BF66-44DF-90F2-E19B10E1BF6C}" dt="2026-10-01T14:28:28.406" v="1542"/>
          <ac:picMkLst>
            <pc:docMk/>
            <pc:sldMk cId="2007545538" sldId="288"/>
            <ac:picMk id="7" creationId="{CBA31EED-D233-41B7-A604-6449949F1B8A}"/>
          </ac:picMkLst>
        </pc:picChg>
      </pc:sldChg>
      <pc:sldChg chg="delSp mod modNotesTx">
        <pc:chgData name="林昌碩" userId="f835a9ca-f231-4ac2-9887-24bf7a4c5c81" providerId="ADAL" clId="{0BF69601-BF66-44DF-90F2-E19B10E1BF6C}" dt="2026-10-01T14:30:19.174" v="1553" actId="6549"/>
        <pc:sldMkLst>
          <pc:docMk/>
          <pc:sldMk cId="2007545538" sldId="289"/>
        </pc:sldMkLst>
        <pc:spChg chg="del">
          <ac:chgData name="林昌碩" userId="f835a9ca-f231-4ac2-9887-24bf7a4c5c81" providerId="ADAL" clId="{0BF69601-BF66-44DF-90F2-E19B10E1BF6C}" dt="2026-10-01T14:30:17.962" v="1552" actId="478"/>
          <ac:spMkLst>
            <pc:docMk/>
            <pc:sldMk cId="2007545538" sldId="289"/>
            <ac:spMk id="6" creationId="{3253EECE-C2ED-422E-B61A-1BC2095AC01E}"/>
          </ac:spMkLst>
        </pc:spChg>
      </pc:sldChg>
      <pc:sldChg chg="delSp mod modNotesTx">
        <pc:chgData name="林昌碩" userId="f835a9ca-f231-4ac2-9887-24bf7a4c5c81" providerId="ADAL" clId="{0BF69601-BF66-44DF-90F2-E19B10E1BF6C}" dt="2026-10-01T14:32:22.170" v="1557" actId="478"/>
        <pc:sldMkLst>
          <pc:docMk/>
          <pc:sldMk cId="2007545538" sldId="290"/>
        </pc:sldMkLst>
        <pc:spChg chg="del">
          <ac:chgData name="林昌碩" userId="f835a9ca-f231-4ac2-9887-24bf7a4c5c81" providerId="ADAL" clId="{0BF69601-BF66-44DF-90F2-E19B10E1BF6C}" dt="2026-10-01T14:32:22.170" v="1557" actId="478"/>
          <ac:spMkLst>
            <pc:docMk/>
            <pc:sldMk cId="2007545538" sldId="290"/>
            <ac:spMk id="6" creationId="{3253EECE-C2ED-422E-B61A-1BC2095AC01E}"/>
          </ac:spMkLst>
        </pc:spChg>
      </pc:sldChg>
      <pc:sldChg chg="delSp modSp mod ord modNotesTx">
        <pc:chgData name="林昌碩" userId="f835a9ca-f231-4ac2-9887-24bf7a4c5c81" providerId="ADAL" clId="{0BF69601-BF66-44DF-90F2-E19B10E1BF6C}" dt="2026-10-01T14:35:39.642" v="1577" actId="6549"/>
        <pc:sldMkLst>
          <pc:docMk/>
          <pc:sldMk cId="2007545538" sldId="291"/>
        </pc:sldMkLst>
        <pc:spChg chg="del">
          <ac:chgData name="林昌碩" userId="f835a9ca-f231-4ac2-9887-24bf7a4c5c81" providerId="ADAL" clId="{0BF69601-BF66-44DF-90F2-E19B10E1BF6C}" dt="2026-10-01T14:35:21.202" v="1569" actId="478"/>
          <ac:spMkLst>
            <pc:docMk/>
            <pc:sldMk cId="2007545538" sldId="291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10-01T14:35:39.642" v="1577" actId="6549"/>
          <ac:graphicFrameMkLst>
            <pc:docMk/>
            <pc:sldMk cId="2007545538" sldId="291"/>
            <ac:graphicFrameMk id="25" creationId="{00000000-0000-0000-0000-000000000000}"/>
          </ac:graphicFrameMkLst>
        </pc:graphicFrameChg>
      </pc:sldChg>
      <pc:sldChg chg="delSp del mod modNotesTx">
        <pc:chgData name="林昌碩" userId="f835a9ca-f231-4ac2-9887-24bf7a4c5c81" providerId="ADAL" clId="{0BF69601-BF66-44DF-90F2-E19B10E1BF6C}" dt="2026-10-01T14:58:03.639" v="1634" actId="47"/>
        <pc:sldMkLst>
          <pc:docMk/>
          <pc:sldMk cId="2007545538" sldId="292"/>
        </pc:sldMkLst>
        <pc:spChg chg="del">
          <ac:chgData name="林昌碩" userId="f835a9ca-f231-4ac2-9887-24bf7a4c5c81" providerId="ADAL" clId="{0BF69601-BF66-44DF-90F2-E19B10E1BF6C}" dt="2026-10-01T14:46:43.636" v="1586" actId="478"/>
          <ac:spMkLst>
            <pc:docMk/>
            <pc:sldMk cId="2007545538" sldId="292"/>
            <ac:spMk id="6" creationId="{3253EECE-C2ED-422E-B61A-1BC2095AC01E}"/>
          </ac:spMkLst>
        </pc:spChg>
      </pc:sldChg>
      <pc:sldChg chg="addSp delSp modSp mod modNotesTx">
        <pc:chgData name="林昌碩" userId="f835a9ca-f231-4ac2-9887-24bf7a4c5c81" providerId="ADAL" clId="{0BF69601-BF66-44DF-90F2-E19B10E1BF6C}" dt="2026-10-01T15:02:00.395" v="1675"/>
        <pc:sldMkLst>
          <pc:docMk/>
          <pc:sldMk cId="2007545538" sldId="293"/>
        </pc:sldMkLst>
        <pc:spChg chg="mod">
          <ac:chgData name="林昌碩" userId="f835a9ca-f231-4ac2-9887-24bf7a4c5c81" providerId="ADAL" clId="{0BF69601-BF66-44DF-90F2-E19B10E1BF6C}" dt="2026-10-01T15:02:00.395" v="1675"/>
          <ac:spMkLst>
            <pc:docMk/>
            <pc:sldMk cId="2007545538" sldId="293"/>
            <ac:spMk id="2" creationId="{4FD2F9C2-D7D5-4D2F-B2A0-08360C90CB60}"/>
          </ac:spMkLst>
        </pc:spChg>
        <pc:spChg chg="del">
          <ac:chgData name="林昌碩" userId="f835a9ca-f231-4ac2-9887-24bf7a4c5c81" providerId="ADAL" clId="{0BF69601-BF66-44DF-90F2-E19B10E1BF6C}" dt="2026-10-01T14:59:28.529" v="1666" actId="478"/>
          <ac:spMkLst>
            <pc:docMk/>
            <pc:sldMk cId="2007545538" sldId="293"/>
            <ac:spMk id="6" creationId="{3253EECE-C2ED-422E-B61A-1BC2095AC01E}"/>
          </ac:spMkLst>
        </pc:spChg>
        <pc:spChg chg="add del mod">
          <ac:chgData name="林昌碩" userId="f835a9ca-f231-4ac2-9887-24bf7a4c5c81" providerId="ADAL" clId="{0BF69601-BF66-44DF-90F2-E19B10E1BF6C}" dt="2026-10-01T15:01:47.509" v="1674" actId="478"/>
          <ac:spMkLst>
            <pc:docMk/>
            <pc:sldMk cId="2007545538" sldId="293"/>
            <ac:spMk id="7" creationId="{F85E6EA2-6735-653A-72E6-CCA62186EC4C}"/>
          </ac:spMkLst>
        </pc:spChg>
        <pc:graphicFrameChg chg="mod modGraphic">
          <ac:chgData name="林昌碩" userId="f835a9ca-f231-4ac2-9887-24bf7a4c5c81" providerId="ADAL" clId="{0BF69601-BF66-44DF-90F2-E19B10E1BF6C}" dt="2026-10-01T14:59:01.747" v="1665" actId="20577"/>
          <ac:graphicFrameMkLst>
            <pc:docMk/>
            <pc:sldMk cId="2007545538" sldId="293"/>
            <ac:graphicFrameMk id="25" creationId="{00000000-0000-0000-0000-000000000000}"/>
          </ac:graphicFrameMkLst>
        </pc:graphicFrameChg>
      </pc:sldChg>
      <pc:sldChg chg="delSp modSp mod modNotesTx">
        <pc:chgData name="林昌碩" userId="f835a9ca-f231-4ac2-9887-24bf7a4c5c81" providerId="ADAL" clId="{0BF69601-BF66-44DF-90F2-E19B10E1BF6C}" dt="2026-10-01T15:11:46.520" v="1790" actId="20577"/>
        <pc:sldMkLst>
          <pc:docMk/>
          <pc:sldMk cId="2007545538" sldId="294"/>
        </pc:sldMkLst>
        <pc:spChg chg="del">
          <ac:chgData name="林昌碩" userId="f835a9ca-f231-4ac2-9887-24bf7a4c5c81" providerId="ADAL" clId="{0BF69601-BF66-44DF-90F2-E19B10E1BF6C}" dt="2026-10-01T15:11:20.849" v="1783" actId="478"/>
          <ac:spMkLst>
            <pc:docMk/>
            <pc:sldMk cId="2007545538" sldId="294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10-01T15:11:46.520" v="1790" actId="20577"/>
          <ac:graphicFrameMkLst>
            <pc:docMk/>
            <pc:sldMk cId="2007545538" sldId="294"/>
            <ac:graphicFrameMk id="25" creationId="{00000000-0000-0000-0000-000000000000}"/>
          </ac:graphicFrameMkLst>
        </pc:graphicFrameChg>
      </pc:sldChg>
      <pc:sldChg chg="delSp modSp mod modNotesTx">
        <pc:chgData name="林昌碩" userId="f835a9ca-f231-4ac2-9887-24bf7a4c5c81" providerId="ADAL" clId="{0BF69601-BF66-44DF-90F2-E19B10E1BF6C}" dt="2026-10-01T15:12:18.389" v="1791" actId="6549"/>
        <pc:sldMkLst>
          <pc:docMk/>
          <pc:sldMk cId="2007545538" sldId="295"/>
        </pc:sldMkLst>
        <pc:spChg chg="del">
          <ac:chgData name="林昌碩" userId="f835a9ca-f231-4ac2-9887-24bf7a4c5c81" providerId="ADAL" clId="{0BF69601-BF66-44DF-90F2-E19B10E1BF6C}" dt="2026-10-01T15:11:32.227" v="1785" actId="478"/>
          <ac:spMkLst>
            <pc:docMk/>
            <pc:sldMk cId="2007545538" sldId="295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10-01T15:11:35.778" v="1786" actId="121"/>
          <ac:graphicFrameMkLst>
            <pc:docMk/>
            <pc:sldMk cId="2007545538" sldId="295"/>
            <ac:graphicFrameMk id="25" creationId="{00000000-0000-0000-0000-000000000000}"/>
          </ac:graphicFrameMkLst>
        </pc:graphicFrameChg>
      </pc:sldChg>
      <pc:sldChg chg="delSp modSp mod modNotesTx">
        <pc:chgData name="林昌碩" userId="f835a9ca-f231-4ac2-9887-24bf7a4c5c81" providerId="ADAL" clId="{0BF69601-BF66-44DF-90F2-E19B10E1BF6C}" dt="2026-10-01T15:12:30.830" v="1794" actId="478"/>
        <pc:sldMkLst>
          <pc:docMk/>
          <pc:sldMk cId="2007545538" sldId="296"/>
        </pc:sldMkLst>
        <pc:spChg chg="del">
          <ac:chgData name="林昌碩" userId="f835a9ca-f231-4ac2-9887-24bf7a4c5c81" providerId="ADAL" clId="{0BF69601-BF66-44DF-90F2-E19B10E1BF6C}" dt="2026-10-01T15:12:30.830" v="1794" actId="478"/>
          <ac:spMkLst>
            <pc:docMk/>
            <pc:sldMk cId="2007545538" sldId="296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10-01T15:12:25.506" v="1792" actId="121"/>
          <ac:graphicFrameMkLst>
            <pc:docMk/>
            <pc:sldMk cId="2007545538" sldId="296"/>
            <ac:graphicFrameMk id="25" creationId="{00000000-0000-0000-0000-000000000000}"/>
          </ac:graphicFrameMkLst>
        </pc:graphicFrameChg>
      </pc:sldChg>
      <pc:sldChg chg="delSp mod modNotesTx">
        <pc:chgData name="林昌碩" userId="f835a9ca-f231-4ac2-9887-24bf7a4c5c81" providerId="ADAL" clId="{0BF69601-BF66-44DF-90F2-E19B10E1BF6C}" dt="2026-10-01T15:15:38.421" v="1826" actId="478"/>
        <pc:sldMkLst>
          <pc:docMk/>
          <pc:sldMk cId="2007545538" sldId="297"/>
        </pc:sldMkLst>
        <pc:spChg chg="del">
          <ac:chgData name="林昌碩" userId="f835a9ca-f231-4ac2-9887-24bf7a4c5c81" providerId="ADAL" clId="{0BF69601-BF66-44DF-90F2-E19B10E1BF6C}" dt="2026-10-01T15:15:38.421" v="1826" actId="478"/>
          <ac:spMkLst>
            <pc:docMk/>
            <pc:sldMk cId="2007545538" sldId="297"/>
            <ac:spMk id="6" creationId="{3253EECE-C2ED-422E-B61A-1BC2095AC01E}"/>
          </ac:spMkLst>
        </pc:spChg>
      </pc:sldChg>
      <pc:sldChg chg="addSp delSp modSp mod ord modNotesTx">
        <pc:chgData name="林昌碩" userId="f835a9ca-f231-4ac2-9887-24bf7a4c5c81" providerId="ADAL" clId="{0BF69601-BF66-44DF-90F2-E19B10E1BF6C}" dt="2026-10-01T15:11:25.317" v="1784" actId="478"/>
        <pc:sldMkLst>
          <pc:docMk/>
          <pc:sldMk cId="2007545538" sldId="298"/>
        </pc:sldMkLst>
        <pc:spChg chg="mod">
          <ac:chgData name="林昌碩" userId="f835a9ca-f231-4ac2-9887-24bf7a4c5c81" providerId="ADAL" clId="{0BF69601-BF66-44DF-90F2-E19B10E1BF6C}" dt="2026-10-01T15:02:08.408" v="1676"/>
          <ac:spMkLst>
            <pc:docMk/>
            <pc:sldMk cId="2007545538" sldId="298"/>
            <ac:spMk id="2" creationId="{4FD2F9C2-D7D5-4D2F-B2A0-08360C90CB60}"/>
          </ac:spMkLst>
        </pc:spChg>
        <pc:spChg chg="mod">
          <ac:chgData name="林昌碩" userId="f835a9ca-f231-4ac2-9887-24bf7a4c5c81" providerId="ADAL" clId="{0BF69601-BF66-44DF-90F2-E19B10E1BF6C}" dt="2026-10-01T15:02:11.942" v="1681" actId="20577"/>
          <ac:spMkLst>
            <pc:docMk/>
            <pc:sldMk cId="2007545538" sldId="298"/>
            <ac:spMk id="3" creationId="{83F2EB77-78B7-490B-A3DC-9479D65B96AF}"/>
          </ac:spMkLst>
        </pc:spChg>
        <pc:spChg chg="del">
          <ac:chgData name="林昌碩" userId="f835a9ca-f231-4ac2-9887-24bf7a4c5c81" providerId="ADAL" clId="{0BF69601-BF66-44DF-90F2-E19B10E1BF6C}" dt="2026-10-01T15:11:25.317" v="1784" actId="478"/>
          <ac:spMkLst>
            <pc:docMk/>
            <pc:sldMk cId="2007545538" sldId="298"/>
            <ac:spMk id="6" creationId="{3253EECE-C2ED-422E-B61A-1BC2095AC01E}"/>
          </ac:spMkLst>
        </pc:spChg>
        <pc:spChg chg="add del mod">
          <ac:chgData name="林昌碩" userId="f835a9ca-f231-4ac2-9887-24bf7a4c5c81" providerId="ADAL" clId="{0BF69601-BF66-44DF-90F2-E19B10E1BF6C}" dt="2026-10-01T15:04:54.804" v="1760" actId="20577"/>
          <ac:spMkLst>
            <pc:docMk/>
            <pc:sldMk cId="2007545538" sldId="298"/>
            <ac:spMk id="17" creationId="{A9EB1256-9C70-4BC2-BF24-2E979885815E}"/>
          </ac:spMkLst>
        </pc:spChg>
      </pc:sldChg>
      <pc:sldChg chg="delSp modSp mod ord modNotesTx">
        <pc:chgData name="林昌碩" userId="f835a9ca-f231-4ac2-9887-24bf7a4c5c81" providerId="ADAL" clId="{0BF69601-BF66-44DF-90F2-E19B10E1BF6C}" dt="2026-10-01T15:15:25.963" v="1825" actId="20577"/>
        <pc:sldMkLst>
          <pc:docMk/>
          <pc:sldMk cId="2007545538" sldId="299"/>
        </pc:sldMkLst>
        <pc:spChg chg="mod">
          <ac:chgData name="林昌碩" userId="f835a9ca-f231-4ac2-9887-24bf7a4c5c81" providerId="ADAL" clId="{0BF69601-BF66-44DF-90F2-E19B10E1BF6C}" dt="2026-10-01T15:13:30.627" v="1802" actId="20577"/>
          <ac:spMkLst>
            <pc:docMk/>
            <pc:sldMk cId="2007545538" sldId="299"/>
            <ac:spMk id="2" creationId="{4FD2F9C2-D7D5-4D2F-B2A0-08360C90CB60}"/>
          </ac:spMkLst>
        </pc:spChg>
        <pc:spChg chg="mod">
          <ac:chgData name="林昌碩" userId="f835a9ca-f231-4ac2-9887-24bf7a4c5c81" providerId="ADAL" clId="{0BF69601-BF66-44DF-90F2-E19B10E1BF6C}" dt="2026-10-01T15:13:28.740" v="1799" actId="20577"/>
          <ac:spMkLst>
            <pc:docMk/>
            <pc:sldMk cId="2007545538" sldId="299"/>
            <ac:spMk id="3" creationId="{83F2EB77-78B7-490B-A3DC-9479D65B96AF}"/>
          </ac:spMkLst>
        </pc:spChg>
        <pc:spChg chg="del">
          <ac:chgData name="林昌碩" userId="f835a9ca-f231-4ac2-9887-24bf7a4c5c81" providerId="ADAL" clId="{0BF69601-BF66-44DF-90F2-E19B10E1BF6C}" dt="2026-10-01T15:13:26.053" v="1798" actId="478"/>
          <ac:spMkLst>
            <pc:docMk/>
            <pc:sldMk cId="2007545538" sldId="299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0BF69601-BF66-44DF-90F2-E19B10E1BF6C}" dt="2026-10-01T15:15:25.963" v="1825" actId="20577"/>
          <ac:graphicFrameMkLst>
            <pc:docMk/>
            <pc:sldMk cId="2007545538" sldId="299"/>
            <ac:graphicFrameMk id="24" creationId="{00000000-0000-0000-0000-000000000000}"/>
          </ac:graphicFrameMkLst>
        </pc:graphicFrameChg>
      </pc:sldChg>
      <pc:sldChg chg="delSp modSp del mod">
        <pc:chgData name="林昌碩" userId="f835a9ca-f231-4ac2-9887-24bf7a4c5c81" providerId="ADAL" clId="{0BF69601-BF66-44DF-90F2-E19B10E1BF6C}" dt="2026-10-01T15:15:58.080" v="1828" actId="47"/>
        <pc:sldMkLst>
          <pc:docMk/>
          <pc:sldMk cId="2007545538" sldId="300"/>
        </pc:sldMkLst>
        <pc:spChg chg="mod">
          <ac:chgData name="林昌碩" userId="f835a9ca-f231-4ac2-9887-24bf7a4c5c81" providerId="ADAL" clId="{0BF69601-BF66-44DF-90F2-E19B10E1BF6C}" dt="2026-10-01T15:14:43.546" v="1816" actId="20577"/>
          <ac:spMkLst>
            <pc:docMk/>
            <pc:sldMk cId="2007545538" sldId="300"/>
            <ac:spMk id="2" creationId="{4FD2F9C2-D7D5-4D2F-B2A0-08360C90CB60}"/>
          </ac:spMkLst>
        </pc:spChg>
        <pc:spChg chg="mod">
          <ac:chgData name="林昌碩" userId="f835a9ca-f231-4ac2-9887-24bf7a4c5c81" providerId="ADAL" clId="{0BF69601-BF66-44DF-90F2-E19B10E1BF6C}" dt="2026-10-01T15:14:41.196" v="1813" actId="20577"/>
          <ac:spMkLst>
            <pc:docMk/>
            <pc:sldMk cId="2007545538" sldId="300"/>
            <ac:spMk id="3" creationId="{83F2EB77-78B7-490B-A3DC-9479D65B96AF}"/>
          </ac:spMkLst>
        </pc:spChg>
        <pc:spChg chg="del">
          <ac:chgData name="林昌碩" userId="f835a9ca-f231-4ac2-9887-24bf7a4c5c81" providerId="ADAL" clId="{0BF69601-BF66-44DF-90F2-E19B10E1BF6C}" dt="2026-10-01T15:15:43.687" v="1827" actId="478"/>
          <ac:spMkLst>
            <pc:docMk/>
            <pc:sldMk cId="2007545538" sldId="300"/>
            <ac:spMk id="6" creationId="{3253EECE-C2ED-422E-B61A-1BC2095AC01E}"/>
          </ac:spMkLst>
        </pc:spChg>
      </pc:sldChg>
      <pc:sldChg chg="del">
        <pc:chgData name="林昌碩" userId="f835a9ca-f231-4ac2-9887-24bf7a4c5c81" providerId="ADAL" clId="{0BF69601-BF66-44DF-90F2-E19B10E1BF6C}" dt="2026-10-01T15:00:31.281" v="1667" actId="47"/>
        <pc:sldMkLst>
          <pc:docMk/>
          <pc:sldMk cId="2007545538" sldId="301"/>
        </pc:sldMkLst>
      </pc:sldChg>
      <pc:sldChg chg="addSp delSp modSp add mod setBg">
        <pc:chgData name="林昌碩" userId="f835a9ca-f231-4ac2-9887-24bf7a4c5c81" providerId="ADAL" clId="{0BF69601-BF66-44DF-90F2-E19B10E1BF6C}" dt="2026-09-28T13:39:32.765" v="30" actId="1076"/>
        <pc:sldMkLst>
          <pc:docMk/>
          <pc:sldMk cId="3746332598" sldId="302"/>
        </pc:sldMkLst>
        <pc:spChg chg="del">
          <ac:chgData name="林昌碩" userId="f835a9ca-f231-4ac2-9887-24bf7a4c5c81" providerId="ADAL" clId="{0BF69601-BF66-44DF-90F2-E19B10E1BF6C}" dt="2026-09-28T13:37:54.396" v="16" actId="478"/>
          <ac:spMkLst>
            <pc:docMk/>
            <pc:sldMk cId="3746332598" sldId="302"/>
            <ac:spMk id="17" creationId="{4A77A0B8-62EB-45B6-BEFB-25D8071CC679}"/>
          </ac:spMkLst>
        </pc:spChg>
        <pc:spChg chg="del">
          <ac:chgData name="林昌碩" userId="f835a9ca-f231-4ac2-9887-24bf7a4c5c81" providerId="ADAL" clId="{0BF69601-BF66-44DF-90F2-E19B10E1BF6C}" dt="2026-09-28T13:37:55.591" v="17" actId="478"/>
          <ac:spMkLst>
            <pc:docMk/>
            <pc:sldMk cId="3746332598" sldId="302"/>
            <ac:spMk id="18" creationId="{14CCA2CB-4724-4F97-939E-DAF2D8E59E19}"/>
          </ac:spMkLst>
        </pc:spChg>
        <pc:spChg chg="del">
          <ac:chgData name="林昌碩" userId="f835a9ca-f231-4ac2-9887-24bf7a4c5c81" providerId="ADAL" clId="{0BF69601-BF66-44DF-90F2-E19B10E1BF6C}" dt="2026-09-28T13:37:56.959" v="18" actId="478"/>
          <ac:spMkLst>
            <pc:docMk/>
            <pc:sldMk cId="3746332598" sldId="302"/>
            <ac:spMk id="19" creationId="{0B6EBBF5-279E-4A2E-B094-6424103F7651}"/>
          </ac:spMkLst>
        </pc:spChg>
        <pc:spChg chg="del">
          <ac:chgData name="林昌碩" userId="f835a9ca-f231-4ac2-9887-24bf7a4c5c81" providerId="ADAL" clId="{0BF69601-BF66-44DF-90F2-E19B10E1BF6C}" dt="2026-09-28T13:37:58.103" v="19" actId="478"/>
          <ac:spMkLst>
            <pc:docMk/>
            <pc:sldMk cId="3746332598" sldId="302"/>
            <ac:spMk id="20" creationId="{B96FE714-3A37-4795-B7FA-92AB92618167}"/>
          </ac:spMkLst>
        </pc:spChg>
        <pc:spChg chg="del">
          <ac:chgData name="林昌碩" userId="f835a9ca-f231-4ac2-9887-24bf7a4c5c81" providerId="ADAL" clId="{0BF69601-BF66-44DF-90F2-E19B10E1BF6C}" dt="2026-09-28T13:37:59.376" v="20" actId="478"/>
          <ac:spMkLst>
            <pc:docMk/>
            <pc:sldMk cId="3746332598" sldId="302"/>
            <ac:spMk id="21" creationId="{66339561-36CC-4D3F-A299-0FE717026827}"/>
          </ac:spMkLst>
        </pc:spChg>
        <pc:spChg chg="del">
          <ac:chgData name="林昌碩" userId="f835a9ca-f231-4ac2-9887-24bf7a4c5c81" providerId="ADAL" clId="{0BF69601-BF66-44DF-90F2-E19B10E1BF6C}" dt="2026-09-28T13:38:00.633" v="21" actId="478"/>
          <ac:spMkLst>
            <pc:docMk/>
            <pc:sldMk cId="3746332598" sldId="302"/>
            <ac:spMk id="22" creationId="{0CC6778B-6E14-4296-B0B6-38E41DA1F213}"/>
          </ac:spMkLst>
        </pc:spChg>
        <pc:spChg chg="del">
          <ac:chgData name="林昌碩" userId="f835a9ca-f231-4ac2-9887-24bf7a4c5c81" providerId="ADAL" clId="{0BF69601-BF66-44DF-90F2-E19B10E1BF6C}" dt="2026-09-28T13:38:02.049" v="22" actId="478"/>
          <ac:spMkLst>
            <pc:docMk/>
            <pc:sldMk cId="3746332598" sldId="302"/>
            <ac:spMk id="23" creationId="{8977955D-4CE1-4E8A-804D-A9FF7684396D}"/>
          </ac:spMkLst>
        </pc:spChg>
        <pc:picChg chg="add mod modCrop">
          <ac:chgData name="林昌碩" userId="f835a9ca-f231-4ac2-9887-24bf7a4c5c81" providerId="ADAL" clId="{0BF69601-BF66-44DF-90F2-E19B10E1BF6C}" dt="2026-09-28T13:39:32.765" v="30" actId="1076"/>
          <ac:picMkLst>
            <pc:docMk/>
            <pc:sldMk cId="3746332598" sldId="302"/>
            <ac:picMk id="7" creationId="{9AE8D868-B60A-D729-18AE-5B31411C6039}"/>
          </ac:picMkLst>
        </pc:picChg>
      </pc:sldChg>
      <pc:sldChg chg="addSp delSp modSp add mod setBg">
        <pc:chgData name="林昌碩" userId="f835a9ca-f231-4ac2-9887-24bf7a4c5c81" providerId="ADAL" clId="{0BF69601-BF66-44DF-90F2-E19B10E1BF6C}" dt="2026-09-28T14:35:50.497" v="296" actId="20577"/>
        <pc:sldMkLst>
          <pc:docMk/>
          <pc:sldMk cId="2781717425" sldId="303"/>
        </pc:sldMkLst>
        <pc:spChg chg="mod">
          <ac:chgData name="林昌碩" userId="f835a9ca-f231-4ac2-9887-24bf7a4c5c81" providerId="ADAL" clId="{0BF69601-BF66-44DF-90F2-E19B10E1BF6C}" dt="2026-09-28T14:30:48.257" v="269" actId="20577"/>
          <ac:spMkLst>
            <pc:docMk/>
            <pc:sldMk cId="2781717425" sldId="303"/>
            <ac:spMk id="2" creationId="{4FD2F9C2-D7D5-4D2F-B2A0-08360C90CB60}"/>
          </ac:spMkLst>
        </pc:spChg>
        <pc:spChg chg="mod">
          <ac:chgData name="林昌碩" userId="f835a9ca-f231-4ac2-9887-24bf7a4c5c81" providerId="ADAL" clId="{0BF69601-BF66-44DF-90F2-E19B10E1BF6C}" dt="2026-09-28T14:35:50.497" v="296" actId="20577"/>
          <ac:spMkLst>
            <pc:docMk/>
            <pc:sldMk cId="2781717425" sldId="303"/>
            <ac:spMk id="3" creationId="{83F2EB77-78B7-490B-A3DC-9479D65B96AF}"/>
          </ac:spMkLst>
        </pc:spChg>
        <pc:spChg chg="mod">
          <ac:chgData name="林昌碩" userId="f835a9ca-f231-4ac2-9887-24bf7a4c5c81" providerId="ADAL" clId="{0BF69601-BF66-44DF-90F2-E19B10E1BF6C}" dt="2026-09-28T13:51:29.148" v="48" actId="1076"/>
          <ac:spMkLst>
            <pc:docMk/>
            <pc:sldMk cId="2781717425" sldId="303"/>
            <ac:spMk id="16" creationId="{E5DAC631-15DA-4E90-8801-ECFE2C79DD5E}"/>
          </ac:spMkLst>
        </pc:spChg>
        <pc:graphicFrameChg chg="del">
          <ac:chgData name="林昌碩" userId="f835a9ca-f231-4ac2-9887-24bf7a4c5c81" providerId="ADAL" clId="{0BF69601-BF66-44DF-90F2-E19B10E1BF6C}" dt="2026-09-28T13:50:56.168" v="46" actId="478"/>
          <ac:graphicFrameMkLst>
            <pc:docMk/>
            <pc:sldMk cId="2781717425" sldId="303"/>
            <ac:graphicFrameMk id="24" creationId="{00000000-0000-0000-0000-000000000000}"/>
          </ac:graphicFrameMkLst>
        </pc:graphicFrameChg>
        <pc:picChg chg="add mod modCrop">
          <ac:chgData name="林昌碩" userId="f835a9ca-f231-4ac2-9887-24bf7a4c5c81" providerId="ADAL" clId="{0BF69601-BF66-44DF-90F2-E19B10E1BF6C}" dt="2026-09-28T13:52:11.716" v="58" actId="1076"/>
          <ac:picMkLst>
            <pc:docMk/>
            <pc:sldMk cId="2781717425" sldId="303"/>
            <ac:picMk id="7" creationId="{7D1BE64F-66E2-EB84-C3D9-C25E80B7501F}"/>
          </ac:picMkLst>
        </pc:picChg>
      </pc:sldChg>
      <pc:sldChg chg="addSp delSp modSp add mod setBg">
        <pc:chgData name="林昌碩" userId="f835a9ca-f231-4ac2-9887-24bf7a4c5c81" providerId="ADAL" clId="{0BF69601-BF66-44DF-90F2-E19B10E1BF6C}" dt="2026-09-28T14:26:46.157" v="260" actId="1076"/>
        <pc:sldMkLst>
          <pc:docMk/>
          <pc:sldMk cId="3086577417" sldId="304"/>
        </pc:sldMkLst>
        <pc:spChg chg="mod">
          <ac:chgData name="林昌碩" userId="f835a9ca-f231-4ac2-9887-24bf7a4c5c81" providerId="ADAL" clId="{0BF69601-BF66-44DF-90F2-E19B10E1BF6C}" dt="2026-09-28T14:19:57.986" v="204" actId="20577"/>
          <ac:spMkLst>
            <pc:docMk/>
            <pc:sldMk cId="3086577417" sldId="304"/>
            <ac:spMk id="3" creationId="{83F2EB77-78B7-490B-A3DC-9479D65B96AF}"/>
          </ac:spMkLst>
        </pc:spChg>
        <pc:spChg chg="add del mod">
          <ac:chgData name="林昌碩" userId="f835a9ca-f231-4ac2-9887-24bf7a4c5c81" providerId="ADAL" clId="{0BF69601-BF66-44DF-90F2-E19B10E1BF6C}" dt="2026-09-28T14:21:29.223" v="208" actId="478"/>
          <ac:spMkLst>
            <pc:docMk/>
            <pc:sldMk cId="3086577417" sldId="304"/>
            <ac:spMk id="6" creationId="{F6124D17-F399-1431-54FD-3B8641DC523E}"/>
          </ac:spMkLst>
        </pc:spChg>
        <pc:spChg chg="add del mod">
          <ac:chgData name="林昌碩" userId="f835a9ca-f231-4ac2-9887-24bf7a4c5c81" providerId="ADAL" clId="{0BF69601-BF66-44DF-90F2-E19B10E1BF6C}" dt="2026-09-28T14:23:58.479" v="234" actId="478"/>
          <ac:spMkLst>
            <pc:docMk/>
            <pc:sldMk cId="3086577417" sldId="304"/>
            <ac:spMk id="7" creationId="{25CC4159-93F0-C1C7-E9B6-478BF1E585F9}"/>
          </ac:spMkLst>
        </pc:spChg>
        <pc:spChg chg="add mod">
          <ac:chgData name="林昌碩" userId="f835a9ca-f231-4ac2-9887-24bf7a4c5c81" providerId="ADAL" clId="{0BF69601-BF66-44DF-90F2-E19B10E1BF6C}" dt="2026-09-28T14:24:06.381" v="237" actId="14100"/>
          <ac:spMkLst>
            <pc:docMk/>
            <pc:sldMk cId="3086577417" sldId="304"/>
            <ac:spMk id="8" creationId="{247A619E-66CF-20EE-7993-612677DC8D03}"/>
          </ac:spMkLst>
        </pc:spChg>
        <pc:spChg chg="add mod">
          <ac:chgData name="林昌碩" userId="f835a9ca-f231-4ac2-9887-24bf7a4c5c81" providerId="ADAL" clId="{0BF69601-BF66-44DF-90F2-E19B10E1BF6C}" dt="2026-09-28T14:26:29.884" v="258" actId="1076"/>
          <ac:spMkLst>
            <pc:docMk/>
            <pc:sldMk cId="3086577417" sldId="304"/>
            <ac:spMk id="9" creationId="{224DED9A-D412-1C54-2A98-6BE814E14831}"/>
          </ac:spMkLst>
        </pc:spChg>
        <pc:spChg chg="add mod">
          <ac:chgData name="林昌碩" userId="f835a9ca-f231-4ac2-9887-24bf7a4c5c81" providerId="ADAL" clId="{0BF69601-BF66-44DF-90F2-E19B10E1BF6C}" dt="2026-09-28T14:25:00.832" v="246" actId="20577"/>
          <ac:spMkLst>
            <pc:docMk/>
            <pc:sldMk cId="3086577417" sldId="304"/>
            <ac:spMk id="10" creationId="{23AFAFFA-8951-7A83-4474-3FE8201FF9C4}"/>
          </ac:spMkLst>
        </pc:spChg>
        <pc:spChg chg="add mod">
          <ac:chgData name="林昌碩" userId="f835a9ca-f231-4ac2-9887-24bf7a4c5c81" providerId="ADAL" clId="{0BF69601-BF66-44DF-90F2-E19B10E1BF6C}" dt="2026-09-28T14:26:46.157" v="260" actId="1076"/>
          <ac:spMkLst>
            <pc:docMk/>
            <pc:sldMk cId="3086577417" sldId="304"/>
            <ac:spMk id="11" creationId="{1341816D-1615-4031-EC12-83DC8D908703}"/>
          </ac:spMkLst>
        </pc:spChg>
        <pc:spChg chg="del">
          <ac:chgData name="林昌碩" userId="f835a9ca-f231-4ac2-9887-24bf7a4c5c81" providerId="ADAL" clId="{0BF69601-BF66-44DF-90F2-E19B10E1BF6C}" dt="2026-09-28T14:20:24.963" v="206" actId="478"/>
          <ac:spMkLst>
            <pc:docMk/>
            <pc:sldMk cId="3086577417" sldId="304"/>
            <ac:spMk id="18" creationId="{14F6A662-E3E4-458C-B10E-0EA048E2BFBD}"/>
          </ac:spMkLst>
        </pc:spChg>
        <pc:graphicFrameChg chg="del">
          <ac:chgData name="林昌碩" userId="f835a9ca-f231-4ac2-9887-24bf7a4c5c81" providerId="ADAL" clId="{0BF69601-BF66-44DF-90F2-E19B10E1BF6C}" dt="2026-09-28T14:20:22.930" v="205" actId="478"/>
          <ac:graphicFrameMkLst>
            <pc:docMk/>
            <pc:sldMk cId="3086577417" sldId="304"/>
            <ac:graphicFrameMk id="25" creationId="{00000000-0000-0000-0000-000000000000}"/>
          </ac:graphicFrameMkLst>
        </pc:graphicFrameChg>
      </pc:sldChg>
      <pc:sldChg chg="addSp delSp modSp add mod setBg modNotesTx">
        <pc:chgData name="林昌碩" userId="f835a9ca-f231-4ac2-9887-24bf7a4c5c81" providerId="ADAL" clId="{0BF69601-BF66-44DF-90F2-E19B10E1BF6C}" dt="2026-09-28T23:40:07.309" v="363" actId="164"/>
        <pc:sldMkLst>
          <pc:docMk/>
          <pc:sldMk cId="1403880018" sldId="305"/>
        </pc:sldMkLst>
        <pc:spChg chg="mod">
          <ac:chgData name="林昌碩" userId="f835a9ca-f231-4ac2-9887-24bf7a4c5c81" providerId="ADAL" clId="{0BF69601-BF66-44DF-90F2-E19B10E1BF6C}" dt="2026-09-28T14:35:19.421" v="272" actId="20577"/>
          <ac:spMkLst>
            <pc:docMk/>
            <pc:sldMk cId="1403880018" sldId="305"/>
            <ac:spMk id="2" creationId="{4FD2F9C2-D7D5-4D2F-B2A0-08360C90CB60}"/>
          </ac:spMkLst>
        </pc:spChg>
        <pc:spChg chg="mod">
          <ac:chgData name="林昌碩" userId="f835a9ca-f231-4ac2-9887-24bf7a4c5c81" providerId="ADAL" clId="{0BF69601-BF66-44DF-90F2-E19B10E1BF6C}" dt="2026-09-28T14:35:27.764" v="291" actId="20577"/>
          <ac:spMkLst>
            <pc:docMk/>
            <pc:sldMk cId="1403880018" sldId="305"/>
            <ac:spMk id="3" creationId="{83F2EB77-78B7-490B-A3DC-9479D65B96AF}"/>
          </ac:spMkLst>
        </pc:spChg>
        <pc:spChg chg="del">
          <ac:chgData name="林昌碩" userId="f835a9ca-f231-4ac2-9887-24bf7a4c5c81" providerId="ADAL" clId="{0BF69601-BF66-44DF-90F2-E19B10E1BF6C}" dt="2026-09-28T14:40:14.158" v="336" actId="478"/>
          <ac:spMkLst>
            <pc:docMk/>
            <pc:sldMk cId="1403880018" sldId="305"/>
            <ac:spMk id="6" creationId="{3253EECE-C2ED-422E-B61A-1BC2095AC01E}"/>
          </ac:spMkLst>
        </pc:spChg>
        <pc:grpChg chg="add mod">
          <ac:chgData name="林昌碩" userId="f835a9ca-f231-4ac2-9887-24bf7a4c5c81" providerId="ADAL" clId="{0BF69601-BF66-44DF-90F2-E19B10E1BF6C}" dt="2026-09-28T23:40:07.309" v="363" actId="164"/>
          <ac:grpSpMkLst>
            <pc:docMk/>
            <pc:sldMk cId="1403880018" sldId="305"/>
            <ac:grpSpMk id="8" creationId="{D825C22E-51D0-C4DD-EE7C-BDBCE41D7816}"/>
          </ac:grpSpMkLst>
        </pc:grpChg>
        <pc:grpChg chg="add del mod">
          <ac:chgData name="林昌碩" userId="f835a9ca-f231-4ac2-9887-24bf7a4c5c81" providerId="ADAL" clId="{0BF69601-BF66-44DF-90F2-E19B10E1BF6C}" dt="2026-09-28T14:42:43.594" v="343" actId="478"/>
          <ac:grpSpMkLst>
            <pc:docMk/>
            <pc:sldMk cId="1403880018" sldId="305"/>
            <ac:grpSpMk id="11" creationId="{79C2D82B-A8F9-5295-A6CC-1943C09E8407}"/>
          </ac:grpSpMkLst>
        </pc:grpChg>
        <pc:grpChg chg="add mod">
          <ac:chgData name="林昌碩" userId="f835a9ca-f231-4ac2-9887-24bf7a4c5c81" providerId="ADAL" clId="{0BF69601-BF66-44DF-90F2-E19B10E1BF6C}" dt="2026-09-28T23:40:07.309" v="363" actId="164"/>
          <ac:grpSpMkLst>
            <pc:docMk/>
            <pc:sldMk cId="1403880018" sldId="305"/>
            <ac:grpSpMk id="17" creationId="{579C7FC0-63BE-FAB8-4B58-B384D4BAF0F3}"/>
          </ac:grpSpMkLst>
        </pc:grpChg>
        <pc:graphicFrameChg chg="del">
          <ac:chgData name="林昌碩" userId="f835a9ca-f231-4ac2-9887-24bf7a4c5c81" providerId="ADAL" clId="{0BF69601-BF66-44DF-90F2-E19B10E1BF6C}" dt="2026-09-28T14:35:31.950" v="292" actId="478"/>
          <ac:graphicFrameMkLst>
            <pc:docMk/>
            <pc:sldMk cId="1403880018" sldId="305"/>
            <ac:graphicFrameMk id="24" creationId="{00000000-0000-0000-0000-000000000000}"/>
          </ac:graphicFrameMkLst>
        </pc:graphicFrameChg>
        <pc:picChg chg="add mod modCrop">
          <ac:chgData name="林昌碩" userId="f835a9ca-f231-4ac2-9887-24bf7a4c5c81" providerId="ADAL" clId="{0BF69601-BF66-44DF-90F2-E19B10E1BF6C}" dt="2026-09-28T14:39:02.909" v="332" actId="164"/>
          <ac:picMkLst>
            <pc:docMk/>
            <pc:sldMk cId="1403880018" sldId="305"/>
            <ac:picMk id="8" creationId="{CD833066-9374-58C7-F4CB-CB8B7F1C37FC}"/>
          </ac:picMkLst>
        </pc:picChg>
        <pc:picChg chg="add mod modCrop">
          <ac:chgData name="林昌碩" userId="f835a9ca-f231-4ac2-9887-24bf7a4c5c81" providerId="ADAL" clId="{0BF69601-BF66-44DF-90F2-E19B10E1BF6C}" dt="2026-09-28T14:39:02.909" v="332" actId="164"/>
          <ac:picMkLst>
            <pc:docMk/>
            <pc:sldMk cId="1403880018" sldId="305"/>
            <ac:picMk id="10" creationId="{9B7063DE-8FE7-01BD-04CB-E9E65B7103C5}"/>
          </ac:picMkLst>
        </pc:picChg>
        <pc:picChg chg="add mod modCrop">
          <ac:chgData name="林昌碩" userId="f835a9ca-f231-4ac2-9887-24bf7a4c5c81" providerId="ADAL" clId="{0BF69601-BF66-44DF-90F2-E19B10E1BF6C}" dt="2026-09-28T14:43:42.392" v="353" actId="164"/>
          <ac:picMkLst>
            <pc:docMk/>
            <pc:sldMk cId="1403880018" sldId="305"/>
            <ac:picMk id="13" creationId="{2BDCBC3E-1B64-F4EF-74D8-9E48D925A247}"/>
          </ac:picMkLst>
        </pc:picChg>
        <pc:picChg chg="add mod modCrop">
          <ac:chgData name="林昌碩" userId="f835a9ca-f231-4ac2-9887-24bf7a4c5c81" providerId="ADAL" clId="{0BF69601-BF66-44DF-90F2-E19B10E1BF6C}" dt="2026-09-28T14:43:42.392" v="353" actId="164"/>
          <ac:picMkLst>
            <pc:docMk/>
            <pc:sldMk cId="1403880018" sldId="305"/>
            <ac:picMk id="15" creationId="{72B698B0-0D96-5DDA-152A-ADC95873FDAF}"/>
          </ac:picMkLst>
        </pc:picChg>
        <pc:cxnChg chg="add mod">
          <ac:chgData name="林昌碩" userId="f835a9ca-f231-4ac2-9887-24bf7a4c5c81" providerId="ADAL" clId="{0BF69601-BF66-44DF-90F2-E19B10E1BF6C}" dt="2026-09-28T23:40:07.309" v="363" actId="164"/>
          <ac:cxnSpMkLst>
            <pc:docMk/>
            <pc:sldMk cId="1403880018" sldId="305"/>
            <ac:cxnSpMk id="7" creationId="{B086F9CB-E34E-0FC2-FFFB-058B1BCEAA33}"/>
          </ac:cxnSpMkLst>
        </pc:cxnChg>
      </pc:sldChg>
      <pc:sldChg chg="delSp modSp add mod setBg modNotesTx">
        <pc:chgData name="林昌碩" userId="f835a9ca-f231-4ac2-9887-24bf7a4c5c81" providerId="ADAL" clId="{0BF69601-BF66-44DF-90F2-E19B10E1BF6C}" dt="2026-09-29T01:50:36.937" v="562" actId="478"/>
        <pc:sldMkLst>
          <pc:docMk/>
          <pc:sldMk cId="367631195" sldId="306"/>
        </pc:sldMkLst>
        <pc:spChg chg="mod">
          <ac:chgData name="林昌碩" userId="f835a9ca-f231-4ac2-9887-24bf7a4c5c81" providerId="ADAL" clId="{0BF69601-BF66-44DF-90F2-E19B10E1BF6C}" dt="2026-09-29T01:47:58.445" v="509" actId="20577"/>
          <ac:spMkLst>
            <pc:docMk/>
            <pc:sldMk cId="367631195" sldId="306"/>
            <ac:spMk id="3" creationId="{F684A94C-6ABC-42CB-B39D-BBEF8A74C4BA}"/>
          </ac:spMkLst>
        </pc:spChg>
        <pc:spChg chg="del">
          <ac:chgData name="林昌碩" userId="f835a9ca-f231-4ac2-9887-24bf7a4c5c81" providerId="ADAL" clId="{0BF69601-BF66-44DF-90F2-E19B10E1BF6C}" dt="2026-09-29T01:50:36.937" v="562" actId="478"/>
          <ac:spMkLst>
            <pc:docMk/>
            <pc:sldMk cId="367631195" sldId="306"/>
            <ac:spMk id="6" creationId="{E23FF329-2724-4914-8E4A-59B80EB74C80}"/>
          </ac:spMkLst>
        </pc:spChg>
        <pc:spChg chg="mod">
          <ac:chgData name="林昌碩" userId="f835a9ca-f231-4ac2-9887-24bf7a4c5c81" providerId="ADAL" clId="{0BF69601-BF66-44DF-90F2-E19B10E1BF6C}" dt="2026-09-29T01:50:34.059" v="561" actId="20577"/>
          <ac:spMkLst>
            <pc:docMk/>
            <pc:sldMk cId="367631195" sldId="306"/>
            <ac:spMk id="8" creationId="{34287836-DCFF-4CBD-8488-8F0E585AB7B6}"/>
          </ac:spMkLst>
        </pc:spChg>
        <pc:graphicFrameChg chg="modGraphic">
          <ac:chgData name="林昌碩" userId="f835a9ca-f231-4ac2-9887-24bf7a4c5c81" providerId="ADAL" clId="{0BF69601-BF66-44DF-90F2-E19B10E1BF6C}" dt="2026-09-29T01:50:06.906" v="559" actId="20577"/>
          <ac:graphicFrameMkLst>
            <pc:docMk/>
            <pc:sldMk cId="367631195" sldId="306"/>
            <ac:graphicFrameMk id="15" creationId="{00000000-0000-0000-0000-000000000000}"/>
          </ac:graphicFrameMkLst>
        </pc:graphicFrameChg>
      </pc:sldChg>
      <pc:sldChg chg="delSp modSp add mod setBg modNotesTx">
        <pc:chgData name="林昌碩" userId="f835a9ca-f231-4ac2-9887-24bf7a4c5c81" providerId="ADAL" clId="{0BF69601-BF66-44DF-90F2-E19B10E1BF6C}" dt="2026-10-01T11:43:37.650" v="1449" actId="20577"/>
        <pc:sldMkLst>
          <pc:docMk/>
          <pc:sldMk cId="1991577669" sldId="307"/>
        </pc:sldMkLst>
        <pc:spChg chg="mod">
          <ac:chgData name="林昌碩" userId="f835a9ca-f231-4ac2-9887-24bf7a4c5c81" providerId="ADAL" clId="{0BF69601-BF66-44DF-90F2-E19B10E1BF6C}" dt="2026-10-01T11:35:56.939" v="1300" actId="6549"/>
          <ac:spMkLst>
            <pc:docMk/>
            <pc:sldMk cId="1991577669" sldId="307"/>
            <ac:spMk id="6" creationId="{E997747A-9781-4C4B-9F35-EB4D2D2A073C}"/>
          </ac:spMkLst>
        </pc:spChg>
        <pc:spChg chg="mod">
          <ac:chgData name="林昌碩" userId="f835a9ca-f231-4ac2-9887-24bf7a4c5c81" providerId="ADAL" clId="{0BF69601-BF66-44DF-90F2-E19B10E1BF6C}" dt="2026-10-01T11:35:47.113" v="1299" actId="20577"/>
          <ac:spMkLst>
            <pc:docMk/>
            <pc:sldMk cId="1991577669" sldId="307"/>
            <ac:spMk id="7" creationId="{36E12EB4-5909-49E8-B80E-437F1D7B6AB7}"/>
          </ac:spMkLst>
        </pc:spChg>
        <pc:spChg chg="mod">
          <ac:chgData name="林昌碩" userId="f835a9ca-f231-4ac2-9887-24bf7a4c5c81" providerId="ADAL" clId="{0BF69601-BF66-44DF-90F2-E19B10E1BF6C}" dt="2026-10-01T11:36:37.102" v="1328" actId="6549"/>
          <ac:spMkLst>
            <pc:docMk/>
            <pc:sldMk cId="1991577669" sldId="307"/>
            <ac:spMk id="8" creationId="{D7C9EA5B-8923-4E15-89F9-802C6855DEAE}"/>
          </ac:spMkLst>
        </pc:spChg>
        <pc:spChg chg="mod">
          <ac:chgData name="林昌碩" userId="f835a9ca-f231-4ac2-9887-24bf7a4c5c81" providerId="ADAL" clId="{0BF69601-BF66-44DF-90F2-E19B10E1BF6C}" dt="2026-10-01T11:40:12.672" v="1394" actId="20577"/>
          <ac:spMkLst>
            <pc:docMk/>
            <pc:sldMk cId="1991577669" sldId="307"/>
            <ac:spMk id="9" creationId="{E4FE31EC-F099-4ACD-BAB9-6B217B25E6EF}"/>
          </ac:spMkLst>
        </pc:spChg>
        <pc:spChg chg="mod">
          <ac:chgData name="林昌碩" userId="f835a9ca-f231-4ac2-9887-24bf7a4c5c81" providerId="ADAL" clId="{0BF69601-BF66-44DF-90F2-E19B10E1BF6C}" dt="2026-10-01T11:43:37.650" v="1449" actId="20577"/>
          <ac:spMkLst>
            <pc:docMk/>
            <pc:sldMk cId="1991577669" sldId="307"/>
            <ac:spMk id="10" creationId="{43CA16CE-FB99-4CCD-9284-6270203235AD}"/>
          </ac:spMkLst>
        </pc:spChg>
        <pc:spChg chg="mod">
          <ac:chgData name="林昌碩" userId="f835a9ca-f231-4ac2-9887-24bf7a4c5c81" providerId="ADAL" clId="{0BF69601-BF66-44DF-90F2-E19B10E1BF6C}" dt="2026-10-01T11:37:47.277" v="1362" actId="20577"/>
          <ac:spMkLst>
            <pc:docMk/>
            <pc:sldMk cId="1991577669" sldId="307"/>
            <ac:spMk id="11" creationId="{D5C59C04-BB93-4105-BDDA-87D87C8F3D85}"/>
          </ac:spMkLst>
        </pc:spChg>
        <pc:spChg chg="del mod">
          <ac:chgData name="林昌碩" userId="f835a9ca-f231-4ac2-9887-24bf7a4c5c81" providerId="ADAL" clId="{0BF69601-BF66-44DF-90F2-E19B10E1BF6C}" dt="2026-10-01T11:37:51.761" v="1364" actId="478"/>
          <ac:spMkLst>
            <pc:docMk/>
            <pc:sldMk cId="1991577669" sldId="307"/>
            <ac:spMk id="14" creationId="{78FB0AC7-DF83-4B7B-982C-7F9EB9595C72}"/>
          </ac:spMkLst>
        </pc:spChg>
      </pc:sldChg>
      <pc:sldChg chg="delSp modSp add mod ord setBg modNotesTx">
        <pc:chgData name="林昌碩" userId="f835a9ca-f231-4ac2-9887-24bf7a4c5c81" providerId="ADAL" clId="{0BF69601-BF66-44DF-90F2-E19B10E1BF6C}" dt="2026-10-01T14:23:17.508" v="1509" actId="478"/>
        <pc:sldMkLst>
          <pc:docMk/>
          <pc:sldMk cId="10494843" sldId="308"/>
        </pc:sldMkLst>
        <pc:spChg chg="mod">
          <ac:chgData name="林昌碩" userId="f835a9ca-f231-4ac2-9887-24bf7a4c5c81" providerId="ADAL" clId="{0BF69601-BF66-44DF-90F2-E19B10E1BF6C}" dt="2026-10-01T14:22:19.166" v="1501" actId="20577"/>
          <ac:spMkLst>
            <pc:docMk/>
            <pc:sldMk cId="10494843" sldId="308"/>
            <ac:spMk id="17" creationId="{8A547B40-6093-4C08-8031-0CE7B6DB6E95}"/>
          </ac:spMkLst>
        </pc:spChg>
        <pc:spChg chg="mod">
          <ac:chgData name="林昌碩" userId="f835a9ca-f231-4ac2-9887-24bf7a4c5c81" providerId="ADAL" clId="{0BF69601-BF66-44DF-90F2-E19B10E1BF6C}" dt="2026-10-01T14:23:07.581" v="1508" actId="20577"/>
          <ac:spMkLst>
            <pc:docMk/>
            <pc:sldMk cId="10494843" sldId="308"/>
            <ac:spMk id="20" creationId="{DF059F00-DA8A-4239-AB81-E4B991B7D222}"/>
          </ac:spMkLst>
        </pc:spChg>
        <pc:spChg chg="del">
          <ac:chgData name="林昌碩" userId="f835a9ca-f231-4ac2-9887-24bf7a4c5c81" providerId="ADAL" clId="{0BF69601-BF66-44DF-90F2-E19B10E1BF6C}" dt="2026-10-01T14:23:17.508" v="1509" actId="478"/>
          <ac:spMkLst>
            <pc:docMk/>
            <pc:sldMk cId="10494843" sldId="308"/>
            <ac:spMk id="24" creationId="{7FD79E47-E61B-4D9A-A706-C26F22FA73EA}"/>
          </ac:spMkLst>
        </pc:spChg>
      </pc:sldChg>
      <pc:sldChg chg="addSp delSp modSp add mod setBg">
        <pc:chgData name="林昌碩" userId="f835a9ca-f231-4ac2-9887-24bf7a4c5c81" providerId="ADAL" clId="{0BF69601-BF66-44DF-90F2-E19B10E1BF6C}" dt="2026-10-01T15:08:38.570" v="1777" actId="1076"/>
        <pc:sldMkLst>
          <pc:docMk/>
          <pc:sldMk cId="3843394923" sldId="309"/>
        </pc:sldMkLst>
        <pc:spChg chg="add mod">
          <ac:chgData name="林昌碩" userId="f835a9ca-f231-4ac2-9887-24bf7a4c5c81" providerId="ADAL" clId="{0BF69601-BF66-44DF-90F2-E19B10E1BF6C}" dt="2026-10-01T15:08:38.570" v="1777" actId="1076"/>
          <ac:spMkLst>
            <pc:docMk/>
            <pc:sldMk cId="3843394923" sldId="309"/>
            <ac:spMk id="9" creationId="{2EABDF9D-9ECA-AA19-7AF7-4E5ED926871C}"/>
          </ac:spMkLst>
        </pc:spChg>
        <pc:spChg chg="del">
          <ac:chgData name="林昌碩" userId="f835a9ca-f231-4ac2-9887-24bf7a4c5c81" providerId="ADAL" clId="{0BF69601-BF66-44DF-90F2-E19B10E1BF6C}" dt="2026-10-01T14:52:51.581" v="1590" actId="478"/>
          <ac:spMkLst>
            <pc:docMk/>
            <pc:sldMk cId="3843394923" sldId="309"/>
            <ac:spMk id="18" creationId="{2E5E066D-8F31-4DD0-AA5E-5F2C57110AE8}"/>
          </ac:spMkLst>
        </pc:spChg>
        <pc:graphicFrameChg chg="add mod modGraphic">
          <ac:chgData name="林昌碩" userId="f835a9ca-f231-4ac2-9887-24bf7a4c5c81" providerId="ADAL" clId="{0BF69601-BF66-44DF-90F2-E19B10E1BF6C}" dt="2026-10-01T15:08:34.033" v="1776" actId="1076"/>
          <ac:graphicFrameMkLst>
            <pc:docMk/>
            <pc:sldMk cId="3843394923" sldId="309"/>
            <ac:graphicFrameMk id="8" creationId="{91CB591A-C65E-CA06-BA24-02491AF819A9}"/>
          </ac:graphicFrameMkLst>
        </pc:graphicFrameChg>
        <pc:graphicFrameChg chg="del">
          <ac:chgData name="林昌碩" userId="f835a9ca-f231-4ac2-9887-24bf7a4c5c81" providerId="ADAL" clId="{0BF69601-BF66-44DF-90F2-E19B10E1BF6C}" dt="2026-10-01T14:48:04.431" v="1588" actId="478"/>
          <ac:graphicFrameMkLst>
            <pc:docMk/>
            <pc:sldMk cId="3843394923" sldId="309"/>
            <ac:graphicFrameMk id="25" creationId="{00000000-0000-0000-0000-000000000000}"/>
          </ac:graphicFrameMkLst>
        </pc:graphicFrameChg>
        <pc:picChg chg="add mod modCrop">
          <ac:chgData name="林昌碩" userId="f835a9ca-f231-4ac2-9887-24bf7a4c5c81" providerId="ADAL" clId="{0BF69601-BF66-44DF-90F2-E19B10E1BF6C}" dt="2026-10-01T14:53:09.398" v="1593" actId="732"/>
          <ac:picMkLst>
            <pc:docMk/>
            <pc:sldMk cId="3843394923" sldId="309"/>
            <ac:picMk id="7" creationId="{062069CD-9332-0E9B-FCA1-B4CC18348E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3150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332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15655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資產600，負債270，權益330，NWC30。</a:t>
            </a:r>
            <a:endParaRPr lang="en-US" dirty="0"/>
          </a:p>
          <a:p>
            <a:r>
              <a:rPr dirty="0" err="1"/>
              <a:t>延伸：不一定，須看適用的會計衡量方式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758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26387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41A0D09-752E-4019-8AD5-CB474F8628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333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rPr>
              <a:t>CHAPTER 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B2638F-EDCC-4576-963C-3EF6CC246759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4B6275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1CB87B-28B0-4C15-9AB1-FF2C2D58618A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C947C4-8EFF-460B-ADA6-78BBF97C9F7B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138684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財務報表、稅與現金流量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854907-CE7A-4F62-8D3D-FF63687BAD90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13763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9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0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Financial Statements, Taxes, and Cash Flow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4DAE81-4F64-4566-8D1E-D3AFA0F76783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13792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925" b="0">
                <a:solidFill>
                  <a:srgbClr val="D3B5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0">
                <a:solidFill>
                  <a:srgbClr val="D3B582"/>
                </a:solidFill>
                <a:latin typeface="Noto Sans CJK TC"/>
                <a:ea typeface="Noto Sans CJK TC"/>
                <a:cs typeface="Noto Sans CJK TC"/>
              </a:rPr>
              <a:t>看懂報表，計算企業產生與分配的現金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9A3ED2-D069-47ED-AFFE-281E9A5F8409}"/>
              </a:ext>
            </a:extLst>
          </p:cNvPr>
          <p:cNvSpPr>
            <a:spLocks noGrp="1"/>
          </p:cNvSpPr>
          <p:nvPr/>
        </p:nvSpPr>
        <p:spPr>
          <a:xfrm>
            <a:off x="723900" y="6848475"/>
            <a:ext cx="13620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rPr>
              <a:t>Stephen A. Ross · Randolph W. Westerfield · Bradford D. Jordan</a:t>
            </a:r>
          </a:p>
          <a:p>
            <a:pPr>
              <a:buNone/>
              <a:def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rPr>
              <a:t>Essentials of Corporate Finance, 11th Edition</a:t>
            </a:r>
          </a:p>
        </p:txBody>
      </p:sp>
    </p:spTree>
    <p:extLst>
      <p:ext uri="{BB962C8B-B14F-4D97-AF65-F5344CB8AC3E}">
        <p14:creationId xmlns:p14="http://schemas.microsoft.com/office/powerpoint/2010/main" val="7163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財務報表 Financial Statements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財務報表各自回答什麼問題？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3267924837"/>
              </p:ext>
            </p:extLst>
          </p:nvPr>
        </p:nvGraphicFramePr>
        <p:xfrm>
          <a:off x="685800" y="2000250"/>
          <a:ext cx="13868400" cy="5238750"/>
        </p:xfrm>
        <a:graphic>
          <a:graphicData uri="http://schemas.openxmlformats.org/drawingml/2006/table">
            <a:tbl>
              <a:tblPr/>
              <a:tblGrid>
                <a:gridCol w="5707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5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報表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時間觀點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主要問題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資產負債表 Balance Sheet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某一時點的存量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擁有多少資產？欠多少？股東權益多少？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損益表 Income Statement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一段期間的流量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收入與費用相抵後，賺了多少？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權益變動表 Statement of Changes in Equity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一段期間的變動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盈餘、股利與股東交易如何改變權益？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現金流量表 Statement of Cash Flows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一段期間的流量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營業、投資與籌資如何改變現金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？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報表附註 Notes 說明會計政策、估計、風險與數字背後">
            <a:extLst>
              <a:ext uri="{FF2B5EF4-FFF2-40B4-BE49-F238E27FC236}">
                <a16:creationId xmlns:a16="http://schemas.microsoft.com/office/drawing/2014/main" id="{BC1CE641-9C54-45A5-9A5E-F0E137523B20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報表附註 Notes 說明會計政策、估計、風險與數字背後的細節。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The Balance Sheet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資產負債表的基本架構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資產 Assets = 負債 Liabilities +">
            <a:extLst>
              <a:ext uri="{FF2B5EF4-FFF2-40B4-BE49-F238E27FC236}">
                <a16:creationId xmlns:a16="http://schemas.microsoft.com/office/drawing/2014/main" id="{4A77A0B8-62EB-45B6-BEFB-25D8071CC67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 Assets = 負債 Liabilities + 股東權益 Equity</a:t>
            </a:r>
          </a:p>
        </p:txBody>
      </p:sp>
      <p:sp>
        <p:nvSpPr>
          <p:cNvPr id="18" name="資產：資金的用途">
            <a:extLst>
              <a:ext uri="{FF2B5EF4-FFF2-40B4-BE49-F238E27FC236}">
                <a16:creationId xmlns:a16="http://schemas.microsoft.com/office/drawing/2014/main" id="{14CCA2CB-4724-4F97-939E-DAF2D8E59E1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資產：資金的用途</a:t>
            </a:r>
          </a:p>
        </p:txBody>
      </p:sp>
      <p:sp>
        <p:nvSpPr>
          <p:cNvPr id="19" name="企業所控制的資源，例如現金、存貨、設備與專利。">
            <a:extLst>
              <a:ext uri="{FF2B5EF4-FFF2-40B4-BE49-F238E27FC236}">
                <a16:creationId xmlns:a16="http://schemas.microsoft.com/office/drawing/2014/main" id="{0B6EBBF5-279E-4A2E-B094-6424103F7651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企業所控制的資源，例如現金、存貨、設備與專利。</a:t>
            </a:r>
          </a:p>
        </p:txBody>
      </p:sp>
      <p:sp>
        <p:nvSpPr>
          <p:cNvPr id="20" name="負債與權益：資金的來源">
            <a:extLst>
              <a:ext uri="{FF2B5EF4-FFF2-40B4-BE49-F238E27FC236}">
                <a16:creationId xmlns:a16="http://schemas.microsoft.com/office/drawing/2014/main" id="{B96FE714-3A37-4795-B7FA-92AB92618167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負債與權益：資金的來源</a:t>
            </a:r>
          </a:p>
        </p:txBody>
      </p:sp>
      <p:sp>
        <p:nvSpPr>
          <p:cNvPr id="21" name="負債是對債權人的義務。股東權益是扣除負債後的剩餘權益。">
            <a:extLst>
              <a:ext uri="{FF2B5EF4-FFF2-40B4-BE49-F238E27FC236}">
                <a16:creationId xmlns:a16="http://schemas.microsoft.com/office/drawing/2014/main" id="{66339561-36CC-4D3F-A299-0FE717026827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38684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負債是對債權人的義務。股東權益是扣除負債後的剩餘權益。</a:t>
            </a:r>
          </a:p>
        </p:txBody>
      </p:sp>
      <p:sp>
        <p:nvSpPr>
          <p:cNvPr id="22" name="報表日期很重要">
            <a:extLst>
              <a:ext uri="{FF2B5EF4-FFF2-40B4-BE49-F238E27FC236}">
                <a16:creationId xmlns:a16="http://schemas.microsoft.com/office/drawing/2014/main" id="{0CC6778B-6E14-4296-B0B6-38E41DA1F213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報表日期很重要</a:t>
            </a:r>
          </a:p>
        </p:txBody>
      </p:sp>
      <p:sp>
        <p:nvSpPr>
          <p:cNvPr id="23" name="資產負債表是某一時點的「快照」，例如 12 月 31 日">
            <a:extLst>
              <a:ext uri="{FF2B5EF4-FFF2-40B4-BE49-F238E27FC236}">
                <a16:creationId xmlns:a16="http://schemas.microsoft.com/office/drawing/2014/main" id="{8977955D-4CE1-4E8A-804D-A9FF7684396D}"/>
              </a:ext>
            </a:extLst>
          </p:cNvPr>
          <p:cNvSpPr>
            <a:spLocks noGrp="1"/>
          </p:cNvSpPr>
          <p:nvPr/>
        </p:nvSpPr>
        <p:spPr>
          <a:xfrm>
            <a:off x="685800" y="6610350"/>
            <a:ext cx="138684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資產負債表是某一時點的「快照」，例如 12 月 31 日。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The Balance Sheet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資產負債表的基本架構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AE8D868-B60A-D729-18AE-5B31411C6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2"/>
          <a:stretch/>
        </p:blipFill>
        <p:spPr>
          <a:xfrm>
            <a:off x="3698984" y="2009258"/>
            <a:ext cx="7842031" cy="565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3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Current / Noncurrent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資產、負債與權益的分類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685800" y="2000250"/>
          <a:ext cx="13868400" cy="569595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意義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常見項目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 Current Assets, CA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通常於一年內轉為現金或使用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現金、應收帳款、存貨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非流動／固定資產 Fixed Assets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提供較長期經濟效益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設備、建物、商標與專利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流動負債 Current Liabilities, CL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通常於一年內到期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應付帳款、應付票據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長期負債 Long-term Debt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較長期間後到期的債務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長期借款、公司債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股東權益 Stockholders’ Equity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資產扣除負債的剩餘部分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普通股與資本公積、保留盈餘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</a:t>
            </a:r>
            <a:r>
              <a:rPr lang="zh-TW" altLang="en-US" sz="1875" dirty="0">
                <a:solidFill>
                  <a:srgbClr val="CBB183"/>
                </a:solidFill>
                <a:latin typeface="Noto Sans CJK TC"/>
              </a:rPr>
              <a:t>課本</a:t>
            </a:r>
            <a:r>
              <a:rPr lang="zh-TW" altLang="en-US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Table 2.1</a:t>
            </a:r>
            <a:endParaRPr lang="zh-TW" altLang="en-US"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endParaRPr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U.S. Corporation Balance Sheet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D1BE64F-66E2-EB84-C3D9-C25E80B75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0"/>
          <a:stretch/>
        </p:blipFill>
        <p:spPr>
          <a:xfrm>
            <a:off x="2153360" y="1784043"/>
            <a:ext cx="10933280" cy="60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1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課本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 Table 2.1，單位：百萬美元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U.S. Corporation：資產端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1174050643"/>
              </p:ext>
            </p:extLst>
          </p:nvPr>
        </p:nvGraphicFramePr>
        <p:xfrm>
          <a:off x="685800" y="2000250"/>
          <a:ext cx="13868400" cy="5238751"/>
        </p:xfrm>
        <a:graphic>
          <a:graphicData uri="http://schemas.openxmlformats.org/drawingml/2006/table">
            <a:tbl>
              <a:tblPr/>
              <a:tblGrid>
                <a:gridCol w="91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8393"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資產項目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 Cash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104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應收帳款 Accounts Receivable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455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688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存貨 Inventory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553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555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流動資產合計 CA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1,112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1,403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淨固定資產 Net Fixed Assets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1,644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1,709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資產總額 Total Assets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2,756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3,112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「淨」固定資產：固定資產帳面金額已扣除累計折舊。">
            <a:extLst>
              <a:ext uri="{FF2B5EF4-FFF2-40B4-BE49-F238E27FC236}">
                <a16:creationId xmlns:a16="http://schemas.microsoft.com/office/drawing/2014/main" id="{F160AB09-BDFC-44DE-80FB-E769D0019BEB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「淨」固定資產：固定資產帳面金額已扣除累計折舊。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課本 Table 2.1，單位：百萬美元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U.S. Corporation：資金來源端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2109058444"/>
              </p:ext>
            </p:extLst>
          </p:nvPr>
        </p:nvGraphicFramePr>
        <p:xfrm>
          <a:off x="685800" y="2000250"/>
          <a:ext cx="13868400" cy="5238747"/>
        </p:xfrm>
        <a:graphic>
          <a:graphicData uri="http://schemas.openxmlformats.org/drawingml/2006/table">
            <a:tbl>
              <a:tblPr/>
              <a:tblGrid>
                <a:gridCol w="910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083"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負債與權益項目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應付帳款 Accounts Payable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232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266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應付票據 Notes Payable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196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123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流動負債合計 CL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428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389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長期負債 Long-term Debt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408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454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普通股與資本公積 Common Stock &amp; Paid-in Surplus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保留盈餘 Retained Earnings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1,320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1,629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股東權益合計 Equity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1,920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2,269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0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負債與權益總額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2,756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3,112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期末核對：389 + 454 + 2,269 = 3,1">
            <a:extLst>
              <a:ext uri="{FF2B5EF4-FFF2-40B4-BE49-F238E27FC236}">
                <a16:creationId xmlns:a16="http://schemas.microsoft.com/office/drawing/2014/main" id="{DC7D5B58-B241-46D5-9326-202DA7BF5748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期末核對：389 + 454 + 2,269 = 3,112。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Net Working Capital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淨營運資本 NWC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NWC = 流動資產 CA − 流動負債 CL">
            <a:extLst>
              <a:ext uri="{FF2B5EF4-FFF2-40B4-BE49-F238E27FC236}">
                <a16:creationId xmlns:a16="http://schemas.microsoft.com/office/drawing/2014/main" id="{7B2E0F8F-4AB9-48CA-8751-C9309898B55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NWC = 流動資產 CA − 流動負債 CL</a:t>
            </a:r>
          </a:p>
        </p:txBody>
      </p:sp>
      <p:sp>
        <p:nvSpPr>
          <p:cNvPr id="18" name="期初與期末">
            <a:extLst>
              <a:ext uri="{FF2B5EF4-FFF2-40B4-BE49-F238E27FC236}">
                <a16:creationId xmlns:a16="http://schemas.microsoft.com/office/drawing/2014/main" id="{204BDCB5-7830-4950-8295-DD3C8049E222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期初與期末</a:t>
            </a:r>
          </a:p>
        </p:txBody>
      </p:sp>
      <p:sp>
        <p:nvSpPr>
          <p:cNvPr id="19" name="期初：1,112 − 428 = 684。期末：1,40">
            <a:extLst>
              <a:ext uri="{FF2B5EF4-FFF2-40B4-BE49-F238E27FC236}">
                <a16:creationId xmlns:a16="http://schemas.microsoft.com/office/drawing/2014/main" id="{3F7B1E83-33BD-4E81-B7F5-616DCE6E7CA8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期初：1,112 − 428 = 684。期末：1,403 − 389 = 1,014。</a:t>
            </a:r>
          </a:p>
        </p:txBody>
      </p:sp>
      <p:sp>
        <p:nvSpPr>
          <p:cNvPr id="20" name="經濟意義">
            <a:extLst>
              <a:ext uri="{FF2B5EF4-FFF2-40B4-BE49-F238E27FC236}">
                <a16:creationId xmlns:a16="http://schemas.microsoft.com/office/drawing/2014/main" id="{84DA2852-5761-4313-8587-10283DE87C46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經濟意義</a:t>
            </a:r>
          </a:p>
        </p:txBody>
      </p:sp>
      <p:sp>
        <p:nvSpPr>
          <p:cNvPr id="21" name="流動資產超過流動負債的部分，提供短期資金緩衝。">
            <a:extLst>
              <a:ext uri="{FF2B5EF4-FFF2-40B4-BE49-F238E27FC236}">
                <a16:creationId xmlns:a16="http://schemas.microsoft.com/office/drawing/2014/main" id="{6BA84CFF-681D-426B-A3B1-9CD6C3148170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流動資產超過流動負債的部分，提供短期資金緩衝。</a:t>
            </a:r>
          </a:p>
        </p:txBody>
      </p:sp>
      <p:sp>
        <p:nvSpPr>
          <p:cNvPr id="22" name="解讀限制">
            <a:extLst>
              <a:ext uri="{FF2B5EF4-FFF2-40B4-BE49-F238E27FC236}">
                <a16:creationId xmlns:a16="http://schemas.microsoft.com/office/drawing/2014/main" id="{0ABF7A05-F1B5-44C7-A717-7A0F9A5E1530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解讀限制</a:t>
            </a:r>
          </a:p>
        </p:txBody>
      </p:sp>
      <p:sp>
        <p:nvSpPr>
          <p:cNvPr id="23" name="NWC 為正不保證立刻能付款，還要看應收帳款能否收回、存">
            <a:extLst>
              <a:ext uri="{FF2B5EF4-FFF2-40B4-BE49-F238E27FC236}">
                <a16:creationId xmlns:a16="http://schemas.microsoft.com/office/drawing/2014/main" id="{999A9A8F-073A-453C-9C59-BBF39E30D8DB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NWC 為正不保證立刻能付款，還要看應收帳款能否收回、存貨能否售出。</a:t>
            </a:r>
          </a:p>
        </p:txBody>
      </p:sp>
      <p:sp>
        <p:nvSpPr>
          <p:cNvPr id="24" name="NWC 是某一時點的存量；ΔNWC 是一段期間的變動。">
            <a:extLst>
              <a:ext uri="{FF2B5EF4-FFF2-40B4-BE49-F238E27FC236}">
                <a16:creationId xmlns:a16="http://schemas.microsoft.com/office/drawing/2014/main" id="{151D7045-82F3-4087-917F-6C80808C0CE8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NWC 是某一時點的存量；ΔNWC 是一段期間的變動。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Liquidity / Financial Leverage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流動性與財務槓桿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流動性 Liquidity">
            <a:extLst>
              <a:ext uri="{FF2B5EF4-FFF2-40B4-BE49-F238E27FC236}">
                <a16:creationId xmlns:a16="http://schemas.microsoft.com/office/drawing/2014/main" id="{C3C4444E-69E2-4038-B26D-0B2811369687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流動性</a:t>
            </a: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Liquidity</a:t>
            </a:r>
          </a:p>
        </p:txBody>
      </p:sp>
      <p:sp>
        <p:nvSpPr>
          <p:cNvPr id="18" name="資產能否快速變現，且不必大幅降價。現金流動性高，專用設備">
            <a:extLst>
              <a:ext uri="{FF2B5EF4-FFF2-40B4-BE49-F238E27FC236}">
                <a16:creationId xmlns:a16="http://schemas.microsoft.com/office/drawing/2014/main" id="{BA9A3939-0394-4E9F-A3D3-568C2EC01ADB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資產能否快速變現</a:t>
            </a:r>
            <a:r>
              <a:rPr 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(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轉換難易度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，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且不必大幅降價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價值損失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現金流動性高，專用設備通常較低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19" name="流動性與報酬的取捨">
            <a:extLst>
              <a:ext uri="{FF2B5EF4-FFF2-40B4-BE49-F238E27FC236}">
                <a16:creationId xmlns:a16="http://schemas.microsoft.com/office/drawing/2014/main" id="{629B3348-BC29-4A23-8C75-5688520C51FE}"/>
              </a:ext>
            </a:extLst>
          </p:cNvPr>
          <p:cNvSpPr>
            <a:spLocks noGrp="1"/>
          </p:cNvSpPr>
          <p:nvPr/>
        </p:nvSpPr>
        <p:spPr>
          <a:xfrm>
            <a:off x="685800" y="3426619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流動性與報酬的取捨</a:t>
            </a:r>
          </a:p>
        </p:txBody>
      </p:sp>
      <p:sp>
        <p:nvSpPr>
          <p:cNvPr id="20" name="較多可用現金有助於支付到期款項，但持有過多低報酬資產也有">
            <a:extLst>
              <a:ext uri="{FF2B5EF4-FFF2-40B4-BE49-F238E27FC236}">
                <a16:creationId xmlns:a16="http://schemas.microsoft.com/office/drawing/2014/main" id="{92BA8723-1B49-4E91-BF55-63466AE2893A}"/>
              </a:ext>
            </a:extLst>
          </p:cNvPr>
          <p:cNvSpPr>
            <a:spLocks noGrp="1"/>
          </p:cNvSpPr>
          <p:nvPr/>
        </p:nvSpPr>
        <p:spPr>
          <a:xfrm>
            <a:off x="685800" y="3883819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較多可用現金有助於支付到期款項，但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流動性高代表報酬低，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持有過多低報酬資產也有機會成本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1" name="財務槓桿 Financial Leverage">
            <a:extLst>
              <a:ext uri="{FF2B5EF4-FFF2-40B4-BE49-F238E27FC236}">
                <a16:creationId xmlns:a16="http://schemas.microsoft.com/office/drawing/2014/main" id="{305F7786-FEC0-4596-9C60-BD314E50E373}"/>
              </a:ext>
            </a:extLst>
          </p:cNvPr>
          <p:cNvSpPr>
            <a:spLocks noGrp="1"/>
          </p:cNvSpPr>
          <p:nvPr/>
        </p:nvSpPr>
        <p:spPr>
          <a:xfrm>
            <a:off x="685800" y="4852988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債權人與股東的順位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使用負債籌資會放大股東的潛在報酬與損失，也增加固定償債壓">
            <a:extLst>
              <a:ext uri="{FF2B5EF4-FFF2-40B4-BE49-F238E27FC236}">
                <a16:creationId xmlns:a16="http://schemas.microsoft.com/office/drawing/2014/main" id="{8EA6A9EA-2C9B-42F5-8918-3A1E08C01BD6}"/>
              </a:ext>
            </a:extLst>
          </p:cNvPr>
          <p:cNvSpPr>
            <a:spLocks noGrp="1"/>
          </p:cNvSpPr>
          <p:nvPr/>
        </p:nvSpPr>
        <p:spPr>
          <a:xfrm>
            <a:off x="685800" y="5310188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債權人依契約取得利息與本金；股東享有清償負債後的剩餘價值。</a:t>
            </a:r>
          </a:p>
        </p:txBody>
      </p:sp>
      <p:sp>
        <p:nvSpPr>
          <p:cNvPr id="23" name="債權人與股東的順位">
            <a:extLst>
              <a:ext uri="{FF2B5EF4-FFF2-40B4-BE49-F238E27FC236}">
                <a16:creationId xmlns:a16="http://schemas.microsoft.com/office/drawing/2014/main" id="{0D6C2E3C-295D-49EE-9D00-25CEE85E01DD}"/>
              </a:ext>
            </a:extLst>
          </p:cNvPr>
          <p:cNvSpPr>
            <a:spLocks noGrp="1"/>
          </p:cNvSpPr>
          <p:nvPr/>
        </p:nvSpPr>
        <p:spPr>
          <a:xfrm>
            <a:off x="685800" y="6279356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財務槓桿 </a:t>
            </a:r>
            <a:r>
              <a:rPr lang="en-US" altLang="zh-TW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Financial Leverage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4" name="債權人依契約取得利息與本金；股東享有清償負債後的剩餘價值">
            <a:extLst>
              <a:ext uri="{FF2B5EF4-FFF2-40B4-BE49-F238E27FC236}">
                <a16:creationId xmlns:a16="http://schemas.microsoft.com/office/drawing/2014/main" id="{80056DD7-B68D-4C1D-8654-D6791534224F}"/>
              </a:ext>
            </a:extLst>
          </p:cNvPr>
          <p:cNvSpPr>
            <a:spLocks noGrp="1"/>
          </p:cNvSpPr>
          <p:nvPr/>
        </p:nvSpPr>
        <p:spPr>
          <a:xfrm>
            <a:off x="685800" y="6736556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使用負債籌資會放大股東的潛在報酬與損失，也增加固定償債壓力。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Book Value / Market Value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帳面價值與市場價值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2860101217"/>
              </p:ext>
            </p:extLst>
          </p:nvPr>
        </p:nvGraphicFramePr>
        <p:xfrm>
          <a:off x="685800" y="2000250"/>
          <a:ext cx="13966825" cy="5238750"/>
        </p:xfrm>
        <a:graphic>
          <a:graphicData uri="http://schemas.openxmlformats.org/drawingml/2006/table">
            <a:tbl>
              <a:tblPr/>
              <a:tblGrid>
                <a:gridCol w="247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帳面價值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Book Value</a:t>
                      </a:r>
                      <a:endParaRPr lang="en-US"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r>
                        <a:rPr lang="en-US" altLang="zh-TW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總資產 </a:t>
                      </a:r>
                      <a:r>
                        <a:rPr lang="zh-TW" altLang="en-US" sz="2000" b="0" dirty="0">
                          <a:solidFill>
                            <a:schemeClr val="bg1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 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總負債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市場價值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Market Value</a:t>
                      </a:r>
                      <a:endParaRPr lang="en-US"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r>
                        <a:rPr lang="en-US" altLang="zh-TW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當前市價 </a:t>
                      </a:r>
                      <a:r>
                        <a:rPr lang="en-US" altLang="zh-TW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每股</a:t>
                      </a:r>
                      <a:r>
                        <a:rPr lang="en-US" altLang="zh-TW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) × 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發行股數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形成方式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依會計認列與衡量規則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市場交易價格或合理的市場估計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固定資產常見基礎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歷史成本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(historical cost) 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減累計折舊等調整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市場願意支付的金額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資訊限制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部分品牌、人才與組織能力未完整入帳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受未來現金流量、風險與預期影響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財務管理的用途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描述財務狀況，提供分析起點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投資、籌資與價值決策的重要依據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兩者可能差距很大。帳面權益不等於股票總市值。">
            <a:extLst>
              <a:ext uri="{FF2B5EF4-FFF2-40B4-BE49-F238E27FC236}">
                <a16:creationId xmlns:a16="http://schemas.microsoft.com/office/drawing/2014/main" id="{14F6A662-E3E4-458C-B10E-0EA048E2BFBD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兩者可能差距很大。帳面權益不等於股票總市值。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Book Value / Market Value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帳面價值與市場價值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何者重要？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8" name="流動性 Liquidity">
            <a:extLst>
              <a:ext uri="{FF2B5EF4-FFF2-40B4-BE49-F238E27FC236}">
                <a16:creationId xmlns:a16="http://schemas.microsoft.com/office/drawing/2014/main" id="{247A619E-66CF-20EE-7993-612677DC8D0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690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32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Book value &gt; Market value</a:t>
            </a:r>
            <a:endParaRPr sz="3200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9" name="資產能否快速變現，且不必大幅降價。現金流動性高，專用設備">
            <a:extLst>
              <a:ext uri="{FF2B5EF4-FFF2-40B4-BE49-F238E27FC236}">
                <a16:creationId xmlns:a16="http://schemas.microsoft.com/office/drawing/2014/main" id="{224DED9A-D412-1C54-2A98-6BE814E14831}"/>
              </a:ext>
            </a:extLst>
          </p:cNvPr>
          <p:cNvSpPr>
            <a:spLocks noGrp="1"/>
          </p:cNvSpPr>
          <p:nvPr/>
        </p:nvSpPr>
        <p:spPr>
          <a:xfrm>
            <a:off x="685800" y="2869324"/>
            <a:ext cx="13868400" cy="163403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市場目前對該公司失去信心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市場不相信公司有足夠資產去創造未來的利潤與現金流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可能因公司業務出現問題或訴訟問題等等</a:t>
            </a: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流動性 Liquidity">
            <a:extLst>
              <a:ext uri="{FF2B5EF4-FFF2-40B4-BE49-F238E27FC236}">
                <a16:creationId xmlns:a16="http://schemas.microsoft.com/office/drawing/2014/main" id="{23AFAFFA-8951-7A83-4474-3FE8201FF9C4}"/>
              </a:ext>
            </a:extLst>
          </p:cNvPr>
          <p:cNvSpPr>
            <a:spLocks noGrp="1"/>
          </p:cNvSpPr>
          <p:nvPr/>
        </p:nvSpPr>
        <p:spPr>
          <a:xfrm>
            <a:off x="685800" y="4713890"/>
            <a:ext cx="13868400" cy="8690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32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Book value &lt; Market value</a:t>
            </a:r>
            <a:endParaRPr sz="3200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1" name="資產能否快速變現，且不必大幅降價。現金流動性高，專用設備">
            <a:extLst>
              <a:ext uri="{FF2B5EF4-FFF2-40B4-BE49-F238E27FC236}">
                <a16:creationId xmlns:a16="http://schemas.microsoft.com/office/drawing/2014/main" id="{1341816D-1615-4031-EC12-83DC8D908703}"/>
              </a:ext>
            </a:extLst>
          </p:cNvPr>
          <p:cNvSpPr>
            <a:spLocks noGrp="1"/>
          </p:cNvSpPr>
          <p:nvPr/>
        </p:nvSpPr>
        <p:spPr>
          <a:xfrm>
            <a:off x="685800" y="5582964"/>
            <a:ext cx="13868400" cy="11085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市場看好公司的潛力及資產創造收益的能力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預期公司有廣闊的發展潛力，將會增加利潤，提升公司帳面價值</a:t>
            </a:r>
          </a:p>
        </p:txBody>
      </p:sp>
    </p:spTree>
    <p:extLst>
      <p:ext uri="{BB962C8B-B14F-4D97-AF65-F5344CB8AC3E}">
        <p14:creationId xmlns:p14="http://schemas.microsoft.com/office/powerpoint/2010/main" val="308657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課本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 Example 2.2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Klingon：同一家公司，兩種價值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4122586987"/>
              </p:ext>
            </p:extLst>
          </p:nvPr>
        </p:nvGraphicFramePr>
        <p:xfrm>
          <a:off x="685800" y="2000250"/>
          <a:ext cx="13868400" cy="5238750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3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帳面價值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市場價值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固定資產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資產總額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1,100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1,600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負債總額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股東權益 = 資產 − 負債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1,100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股東權益的市值 1,100，明顯高於帳面值 600。">
            <a:extLst>
              <a:ext uri="{FF2B5EF4-FFF2-40B4-BE49-F238E27FC236}">
                <a16:creationId xmlns:a16="http://schemas.microsoft.com/office/drawing/2014/main" id="{4BA1139D-8256-40F4-8251-ADF90727D503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股東權益的市值 1,100，明顯高於帳面值 600。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2.1　課本 Example 2.1，請先自行計算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小練習：資產負債表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已知資料">
            <a:extLst>
              <a:ext uri="{FF2B5EF4-FFF2-40B4-BE49-F238E27FC236}">
                <a16:creationId xmlns:a16="http://schemas.microsoft.com/office/drawing/2014/main" id="{572FFA89-6156-46FC-B444-BDF76411E6A2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已知資料</a:t>
            </a:r>
          </a:p>
        </p:txBody>
      </p:sp>
      <p:sp>
        <p:nvSpPr>
          <p:cNvPr id="18" name="流動資產 100、淨固定資產 500、流動負債 70、長">
            <a:extLst>
              <a:ext uri="{FF2B5EF4-FFF2-40B4-BE49-F238E27FC236}">
                <a16:creationId xmlns:a16="http://schemas.microsoft.com/office/drawing/2014/main" id="{81DB0E98-008D-469B-8AAA-F9FA94598377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流動資產 100、淨固定資產 500、流動負債 70、長期負債 200。</a:t>
            </a:r>
          </a:p>
        </p:txBody>
      </p:sp>
      <p:sp>
        <p:nvSpPr>
          <p:cNvPr id="19" name="問題 1">
            <a:extLst>
              <a:ext uri="{FF2B5EF4-FFF2-40B4-BE49-F238E27FC236}">
                <a16:creationId xmlns:a16="http://schemas.microsoft.com/office/drawing/2014/main" id="{0E424186-426E-40C9-9C04-6F99811685BE}"/>
              </a:ext>
            </a:extLst>
          </p:cNvPr>
          <p:cNvSpPr>
            <a:spLocks noGrp="1"/>
          </p:cNvSpPr>
          <p:nvPr/>
        </p:nvSpPr>
        <p:spPr>
          <a:xfrm>
            <a:off x="685800" y="3426619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問題 1</a:t>
            </a:r>
          </a:p>
        </p:txBody>
      </p:sp>
      <p:sp>
        <p:nvSpPr>
          <p:cNvPr id="20" name="資產總額是多少？負債總額是多少？">
            <a:extLst>
              <a:ext uri="{FF2B5EF4-FFF2-40B4-BE49-F238E27FC236}">
                <a16:creationId xmlns:a16="http://schemas.microsoft.com/office/drawing/2014/main" id="{BA134311-5847-4EEE-ACDB-EB820192316E}"/>
              </a:ext>
            </a:extLst>
          </p:cNvPr>
          <p:cNvSpPr>
            <a:spLocks noGrp="1"/>
          </p:cNvSpPr>
          <p:nvPr/>
        </p:nvSpPr>
        <p:spPr>
          <a:xfrm>
            <a:off x="685800" y="3883819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資產總額是多少？負債總額是多少？</a:t>
            </a:r>
          </a:p>
        </p:txBody>
      </p:sp>
      <p:sp>
        <p:nvSpPr>
          <p:cNvPr id="21" name="問題 2">
            <a:extLst>
              <a:ext uri="{FF2B5EF4-FFF2-40B4-BE49-F238E27FC236}">
                <a16:creationId xmlns:a16="http://schemas.microsoft.com/office/drawing/2014/main" id="{EBCFCA27-F6E5-439C-94F5-5CE733CF4A42}"/>
              </a:ext>
            </a:extLst>
          </p:cNvPr>
          <p:cNvSpPr>
            <a:spLocks noGrp="1"/>
          </p:cNvSpPr>
          <p:nvPr/>
        </p:nvSpPr>
        <p:spPr>
          <a:xfrm>
            <a:off x="685800" y="4852988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問題 2</a:t>
            </a:r>
          </a:p>
        </p:txBody>
      </p:sp>
      <p:sp>
        <p:nvSpPr>
          <p:cNvPr id="22" name="股東權益是多少？淨營運資本 NWC 是多少？">
            <a:extLst>
              <a:ext uri="{FF2B5EF4-FFF2-40B4-BE49-F238E27FC236}">
                <a16:creationId xmlns:a16="http://schemas.microsoft.com/office/drawing/2014/main" id="{421D5EE3-E532-4EF7-881E-5C0C12D68B07}"/>
              </a:ext>
            </a:extLst>
          </p:cNvPr>
          <p:cNvSpPr>
            <a:spLocks noGrp="1"/>
          </p:cNvSpPr>
          <p:nvPr/>
        </p:nvSpPr>
        <p:spPr>
          <a:xfrm>
            <a:off x="685800" y="5310188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股東權益是多少？淨營運資本 NWC 是多少？</a:t>
            </a:r>
          </a:p>
        </p:txBody>
      </p:sp>
      <p:sp>
        <p:nvSpPr>
          <p:cNvPr id="23" name="延伸問題">
            <a:extLst>
              <a:ext uri="{FF2B5EF4-FFF2-40B4-BE49-F238E27FC236}">
                <a16:creationId xmlns:a16="http://schemas.microsoft.com/office/drawing/2014/main" id="{77F0398E-3D5A-4DD2-837E-CA0C6C74B1BC}"/>
              </a:ext>
            </a:extLst>
          </p:cNvPr>
          <p:cNvSpPr>
            <a:spLocks noGrp="1"/>
          </p:cNvSpPr>
          <p:nvPr/>
        </p:nvSpPr>
        <p:spPr>
          <a:xfrm>
            <a:off x="685800" y="6279356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延伸問題</a:t>
            </a:r>
          </a:p>
        </p:txBody>
      </p:sp>
      <p:sp>
        <p:nvSpPr>
          <p:cNvPr id="24" name="如果設備的市場價值提高，帳面權益會立即等額提高嗎？">
            <a:extLst>
              <a:ext uri="{FF2B5EF4-FFF2-40B4-BE49-F238E27FC236}">
                <a16:creationId xmlns:a16="http://schemas.microsoft.com/office/drawing/2014/main" id="{BC9A5C24-6837-4C41-BC35-C8A1D0A70D58}"/>
              </a:ext>
            </a:extLst>
          </p:cNvPr>
          <p:cNvSpPr>
            <a:spLocks noGrp="1"/>
          </p:cNvSpPr>
          <p:nvPr/>
        </p:nvSpPr>
        <p:spPr>
          <a:xfrm>
            <a:off x="685800" y="6736556"/>
            <a:ext cx="13868400" cy="9024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如果設備的市場價值提高，帳面權益會立即等額提高嗎？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The Income Statement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損益表呈現一段期間的經營成果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收入 Revenue − 費用 Expenses = 淨">
            <a:extLst>
              <a:ext uri="{FF2B5EF4-FFF2-40B4-BE49-F238E27FC236}">
                <a16:creationId xmlns:a16="http://schemas.microsoft.com/office/drawing/2014/main" id="{39DADDBF-A98F-45D5-96EC-E0BB1B46D08A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收入 Revenue − 費用 Expenses = 淨利 Net Income</a:t>
            </a:r>
          </a:p>
        </p:txBody>
      </p:sp>
      <p:sp>
        <p:nvSpPr>
          <p:cNvPr id="18" name="期間概念">
            <a:extLst>
              <a:ext uri="{FF2B5EF4-FFF2-40B4-BE49-F238E27FC236}">
                <a16:creationId xmlns:a16="http://schemas.microsoft.com/office/drawing/2014/main" id="{B67C372E-97D9-4F2D-AB3A-1E4477ADC103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期間概念</a:t>
            </a:r>
          </a:p>
        </p:txBody>
      </p:sp>
      <p:sp>
        <p:nvSpPr>
          <p:cNvPr id="19" name="例如一季或一年，衡量該期間的收入、成本與費用。">
            <a:extLst>
              <a:ext uri="{FF2B5EF4-FFF2-40B4-BE49-F238E27FC236}">
                <a16:creationId xmlns:a16="http://schemas.microsoft.com/office/drawing/2014/main" id="{57187763-C3A1-470A-A6E7-ADC67350E869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例如一季或一年，衡量該期間的收入、成本與費用。</a:t>
            </a:r>
          </a:p>
        </p:txBody>
      </p:sp>
      <p:sp>
        <p:nvSpPr>
          <p:cNvPr id="20" name="逐層扣除">
            <a:extLst>
              <a:ext uri="{FF2B5EF4-FFF2-40B4-BE49-F238E27FC236}">
                <a16:creationId xmlns:a16="http://schemas.microsoft.com/office/drawing/2014/main" id="{16463F23-683B-41BC-9D45-5C582D51B5DE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逐層扣除</a:t>
            </a:r>
          </a:p>
        </p:txBody>
      </p:sp>
      <p:sp>
        <p:nvSpPr>
          <p:cNvPr id="21" name="銷貨收入扣除營運成本與折舊，得到 EBIT；再扣利息與稅">
            <a:extLst>
              <a:ext uri="{FF2B5EF4-FFF2-40B4-BE49-F238E27FC236}">
                <a16:creationId xmlns:a16="http://schemas.microsoft.com/office/drawing/2014/main" id="{0938C951-1E99-44CE-B5B8-92552AEA552A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銷貨收入扣除營運成本與折舊，得到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息前稅前盈餘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EBIT</a:t>
            </a:r>
            <a:r>
              <a:rPr 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；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再扣利息與稅，得到淨利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2" name="淨利的去向">
            <a:extLst>
              <a:ext uri="{FF2B5EF4-FFF2-40B4-BE49-F238E27FC236}">
                <a16:creationId xmlns:a16="http://schemas.microsoft.com/office/drawing/2014/main" id="{8308E67D-2599-472A-B91C-652113DA2340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淨利的去向</a:t>
            </a:r>
          </a:p>
        </p:txBody>
      </p:sp>
      <p:sp>
        <p:nvSpPr>
          <p:cNvPr id="23" name="淨利可分配為股利，或留在企業內成為新增保留盈餘。">
            <a:extLst>
              <a:ext uri="{FF2B5EF4-FFF2-40B4-BE49-F238E27FC236}">
                <a16:creationId xmlns:a16="http://schemas.microsoft.com/office/drawing/2014/main" id="{D5038F47-45A3-4B5F-BD30-A62F802F02F5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淨利可分配為股利，或留在企業內成為新增保留盈餘。</a:t>
            </a:r>
          </a:p>
        </p:txBody>
      </p:sp>
      <p:sp>
        <p:nvSpPr>
          <p:cNvPr id="24" name="股利 Dividends 是盈餘分配，不是計算淨利時扣除">
            <a:extLst>
              <a:ext uri="{FF2B5EF4-FFF2-40B4-BE49-F238E27FC236}">
                <a16:creationId xmlns:a16="http://schemas.microsoft.com/office/drawing/2014/main" id="{D8DEADAF-D309-40DA-9F51-C281E2BA20E1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股利 Dividends 是盈餘分配，不是計算淨利時扣除的費用。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課本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 Table 2.2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U.S. Corporation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Income Statement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D825C22E-51D0-C4DD-EE7C-BDBCE41D7816}"/>
              </a:ext>
            </a:extLst>
          </p:cNvPr>
          <p:cNvGrpSpPr/>
          <p:nvPr/>
        </p:nvGrpSpPr>
        <p:grpSpPr>
          <a:xfrm>
            <a:off x="4035972" y="1800225"/>
            <a:ext cx="6992006" cy="5768048"/>
            <a:chOff x="4035972" y="1800225"/>
            <a:chExt cx="6992006" cy="5768048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579C7FC0-63BE-FAB8-4B58-B384D4BAF0F3}"/>
                </a:ext>
              </a:extLst>
            </p:cNvPr>
            <p:cNvGrpSpPr/>
            <p:nvPr/>
          </p:nvGrpSpPr>
          <p:grpSpPr>
            <a:xfrm>
              <a:off x="4322009" y="1800225"/>
              <a:ext cx="6595981" cy="5768048"/>
              <a:chOff x="4676364" y="204218"/>
              <a:chExt cx="5887272" cy="4898155"/>
            </a:xfrm>
          </p:grpSpPr>
          <p:pic>
            <p:nvPicPr>
              <p:cNvPr id="13" name="圖片 12">
                <a:extLst>
                  <a:ext uri="{FF2B5EF4-FFF2-40B4-BE49-F238E27FC236}">
                    <a16:creationId xmlns:a16="http://schemas.microsoft.com/office/drawing/2014/main" id="{2BDCBC3E-1B64-F4EF-74D8-9E48D925A2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68192"/>
              <a:stretch/>
            </p:blipFill>
            <p:spPr>
              <a:xfrm>
                <a:off x="4676364" y="204218"/>
                <a:ext cx="5887272" cy="2596789"/>
              </a:xfrm>
              <a:prstGeom prst="rect">
                <a:avLst/>
              </a:prstGeom>
            </p:spPr>
          </p:pic>
          <p:pic>
            <p:nvPicPr>
              <p:cNvPr id="15" name="圖片 14">
                <a:extLst>
                  <a:ext uri="{FF2B5EF4-FFF2-40B4-BE49-F238E27FC236}">
                    <a16:creationId xmlns:a16="http://schemas.microsoft.com/office/drawing/2014/main" id="{72B698B0-0D96-5DDA-152A-ADC95873FD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1812"/>
              <a:stretch/>
            </p:blipFill>
            <p:spPr>
              <a:xfrm>
                <a:off x="4676364" y="2801007"/>
                <a:ext cx="5887272" cy="2301366"/>
              </a:xfrm>
              <a:prstGeom prst="rect">
                <a:avLst/>
              </a:prstGeom>
            </p:spPr>
          </p:pic>
        </p:grp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B086F9CB-E34E-0FC2-FFFB-058B1BCEAA33}"/>
                </a:ext>
              </a:extLst>
            </p:cNvPr>
            <p:cNvCxnSpPr/>
            <p:nvPr/>
          </p:nvCxnSpPr>
          <p:spPr>
            <a:xfrm>
              <a:off x="4035972" y="6739759"/>
              <a:ext cx="6992006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3880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課本 Table 2.2，單位：百萬美元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U.S. Corporation：損益表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4" name="表格 23"/>
          <p:cNvGraphicFramePr/>
          <p:nvPr>
            <p:extLst>
              <p:ext uri="{D42A27DB-BD31-4B8C-83A1-F6EECF244321}">
                <p14:modId xmlns:p14="http://schemas.microsoft.com/office/powerpoint/2010/main" val="634462974"/>
              </p:ext>
            </p:extLst>
          </p:nvPr>
        </p:nvGraphicFramePr>
        <p:xfrm>
          <a:off x="685800" y="2000250"/>
          <a:ext cx="13868400" cy="5695947"/>
        </p:xfrm>
        <a:graphic>
          <a:graphicData uri="http://schemas.openxmlformats.org/drawingml/2006/table">
            <a:tbl>
              <a:tblPr/>
              <a:tblGrid>
                <a:gridCol w="805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883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金額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銷貨淨額 Net Sales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1,509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銷貨成本 Cost of Goods Sold, COGS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750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折舊 Depreciation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息前稅前盈餘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EBIT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670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1,509 − 750 − 89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利息 Interest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課稅所得 Taxable Income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670 − 70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所得稅 Taxes，案例稅率 21%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126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 × 21%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288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 Net Income, NI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474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600 − 126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Retained Earnings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淨利、股利與保留盈餘的連結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17" name="新增保留盈餘 = 淨利 − 股利">
            <a:extLst>
              <a:ext uri="{FF2B5EF4-FFF2-40B4-BE49-F238E27FC236}">
                <a16:creationId xmlns:a16="http://schemas.microsoft.com/office/drawing/2014/main" id="{16D85CD0-3BEB-4EFF-90C3-1CE1D66F6DE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新增保留盈餘 = 淨利 − 股利</a:t>
            </a:r>
          </a:p>
        </p:txBody>
      </p:sp>
      <p:sp>
        <p:nvSpPr>
          <p:cNvPr id="18" name="當期分配">
            <a:extLst>
              <a:ext uri="{FF2B5EF4-FFF2-40B4-BE49-F238E27FC236}">
                <a16:creationId xmlns:a16="http://schemas.microsoft.com/office/drawing/2014/main" id="{C34120CD-0F8D-4B3B-9FA7-988F771E8E0D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當期分配</a:t>
            </a:r>
          </a:p>
        </p:txBody>
      </p:sp>
      <p:sp>
        <p:nvSpPr>
          <p:cNvPr id="19" name="淨利 474 − 股利 165 = 新增保留盈餘 309">
            <a:extLst>
              <a:ext uri="{FF2B5EF4-FFF2-40B4-BE49-F238E27FC236}">
                <a16:creationId xmlns:a16="http://schemas.microsoft.com/office/drawing/2014/main" id="{C379B0A0-FDE9-45CD-9D2C-9EAFD214772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淨利 474 − 股利 165 = 新增保留盈餘 309。</a:t>
            </a:r>
          </a:p>
        </p:txBody>
      </p:sp>
      <p:sp>
        <p:nvSpPr>
          <p:cNvPr id="20" name="期初與期末連結">
            <a:extLst>
              <a:ext uri="{FF2B5EF4-FFF2-40B4-BE49-F238E27FC236}">
                <a16:creationId xmlns:a16="http://schemas.microsoft.com/office/drawing/2014/main" id="{5B6F581D-09F8-40D8-A7E2-DC4947B2D92D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期初與期末連結</a:t>
            </a:r>
          </a:p>
        </p:txBody>
      </p:sp>
      <p:sp>
        <p:nvSpPr>
          <p:cNvPr id="21" name="期初保留盈餘 1,320 + 309 = 期末保留盈餘 ">
            <a:extLst>
              <a:ext uri="{FF2B5EF4-FFF2-40B4-BE49-F238E27FC236}">
                <a16:creationId xmlns:a16="http://schemas.microsoft.com/office/drawing/2014/main" id="{D54AD716-EF78-4724-909F-57E88BE210EA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期初保留盈餘 1,320 + 309 = 期末保留盈餘 1,629。</a:t>
            </a:r>
          </a:p>
        </p:txBody>
      </p:sp>
      <p:sp>
        <p:nvSpPr>
          <p:cNvPr id="22" name="資產的形式不固定">
            <a:extLst>
              <a:ext uri="{FF2B5EF4-FFF2-40B4-BE49-F238E27FC236}">
                <a16:creationId xmlns:a16="http://schemas.microsoft.com/office/drawing/2014/main" id="{3ECFCD3C-7E74-4CC0-BD4C-53AE0D51655B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資產的形式不固定</a:t>
            </a:r>
          </a:p>
        </p:txBody>
      </p:sp>
      <p:sp>
        <p:nvSpPr>
          <p:cNvPr id="23" name="留存的盈餘可能已投入存貨、應收帳款或設備，因此保留盈餘不">
            <a:extLst>
              <a:ext uri="{FF2B5EF4-FFF2-40B4-BE49-F238E27FC236}">
                <a16:creationId xmlns:a16="http://schemas.microsoft.com/office/drawing/2014/main" id="{B88AAEA5-127B-41C7-93E3-D3ED677AF5E9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留存的盈餘可能已投入存貨、應收帳款或設備，因此保留盈餘不是專屬現金帳戶。</a:t>
            </a:r>
          </a:p>
        </p:txBody>
      </p:sp>
      <p:sp>
        <p:nvSpPr>
          <p:cNvPr id="24" name="股東權益增加 349，其中新出資 40，保留盈餘增加 3">
            <a:extLst>
              <a:ext uri="{FF2B5EF4-FFF2-40B4-BE49-F238E27FC236}">
                <a16:creationId xmlns:a16="http://schemas.microsoft.com/office/drawing/2014/main" id="{FAA558D2-279E-4B29-BC96-0DD70DDF8A75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股東權益增加 349，其中新出資 40，保留盈餘增加 309。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Earnings per Share / Dividends per Share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每股盈餘與每股股利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202137147"/>
              </p:ext>
            </p:extLst>
          </p:nvPr>
        </p:nvGraphicFramePr>
        <p:xfrm>
          <a:off x="685800" y="2000250"/>
          <a:ext cx="13868400" cy="28575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指標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課本簡化計算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U.S. Corporation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每股盈餘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EPS</a:t>
                      </a:r>
                      <a:endParaRPr lang="en-US"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Earnings Per Share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 ÷ 普通股股數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474 ÷ 200 = 2.37 美元／股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每股股利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DPS</a:t>
                      </a:r>
                      <a:endParaRPr lang="en-US"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Dividend Per Share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現金股利 ÷ 普通股股數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165 ÷ 200 = 0.825 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美元／股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案例假設">
            <a:extLst>
              <a:ext uri="{FF2B5EF4-FFF2-40B4-BE49-F238E27FC236}">
                <a16:creationId xmlns:a16="http://schemas.microsoft.com/office/drawing/2014/main" id="{57D2BF61-C044-4DF4-84C4-C24861DC4AF9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案例假設</a:t>
            </a:r>
          </a:p>
        </p:txBody>
      </p:sp>
      <p:sp>
        <p:nvSpPr>
          <p:cNvPr id="19" name="流通普通股為 2 億股，淨利與股利金額均以百萬美元表示。">
            <a:extLst>
              <a:ext uri="{FF2B5EF4-FFF2-40B4-BE49-F238E27FC236}">
                <a16:creationId xmlns:a16="http://schemas.microsoft.com/office/drawing/2014/main" id="{F606B603-67BE-4622-A6AC-ECCAF44944D3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3868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流通普通股為 2 億股，淨利與股利金額均以百萬美元表示。</a:t>
            </a:r>
          </a:p>
        </p:txBody>
      </p:sp>
      <p:sp>
        <p:nvSpPr>
          <p:cNvPr id="20" name="解讀">
            <a:extLst>
              <a:ext uri="{FF2B5EF4-FFF2-40B4-BE49-F238E27FC236}">
                <a16:creationId xmlns:a16="http://schemas.microsoft.com/office/drawing/2014/main" id="{2048B3B1-D36D-4341-ADF3-4269FA131CDE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解讀</a:t>
            </a:r>
          </a:p>
        </p:txBody>
      </p:sp>
      <p:sp>
        <p:nvSpPr>
          <p:cNvPr id="21" name="EPS 衡量每股分攤到的盈餘；DPS 是每股實際分配的現">
            <a:extLst>
              <a:ext uri="{FF2B5EF4-FFF2-40B4-BE49-F238E27FC236}">
                <a16:creationId xmlns:a16="http://schemas.microsoft.com/office/drawing/2014/main" id="{B4B50182-E6D3-4B10-A236-0BBAB331819B}"/>
              </a:ext>
            </a:extLst>
          </p:cNvPr>
          <p:cNvSpPr>
            <a:spLocks noGrp="1"/>
          </p:cNvSpPr>
          <p:nvPr/>
        </p:nvSpPr>
        <p:spPr>
          <a:xfrm>
            <a:off x="685800" y="6858000"/>
            <a:ext cx="13868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EPS 衡量每股分攤到的盈餘；DPS 是每股實際分配的現金股利。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Accrual Accounting / Matching Principle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權責發生制與現金收付的時間差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/>
        </p:nvGraphicFramePr>
        <p:xfrm>
          <a:off x="685800" y="2000250"/>
          <a:ext cx="13868400" cy="5238752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968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情況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損益認列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現金收付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完成賒銷，顧客下月付款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本期認列收入與相關成本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本期尚未收到貨款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先預付一年租金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依受益期間認列租金費用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付款時現金已流出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以現金購買長期設備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按使用期間提列折舊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購買時支付設備款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收入與相關費用的認列，重點在經濟活動所屬期間。">
            <a:extLst>
              <a:ext uri="{FF2B5EF4-FFF2-40B4-BE49-F238E27FC236}">
                <a16:creationId xmlns:a16="http://schemas.microsoft.com/office/drawing/2014/main" id="{CF4D3F13-C3E0-45F4-AADE-923872E8150E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收入與相關費用的認列，重點在經濟活動所屬期間。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Depreciation / Noncash Items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折舊為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非現金費用之代表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685800" y="2000250"/>
          <a:ext cx="13868400" cy="28575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時間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現金影響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損益影響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購買設備時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支付 5,000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先認列設備資產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其後每年使用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提列折舊本身不再付現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每年折舊費用 1,000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五年合計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設備原始現金支出 5,000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折舊費用合計 5,000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案例設定">
            <a:extLst>
              <a:ext uri="{FF2B5EF4-FFF2-40B4-BE49-F238E27FC236}">
                <a16:creationId xmlns:a16="http://schemas.microsoft.com/office/drawing/2014/main" id="{2854C14F-0BFC-46B6-8997-95E0976428EF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案例設定</a:t>
            </a:r>
          </a:p>
        </p:txBody>
      </p:sp>
      <p:sp>
        <p:nvSpPr>
          <p:cNvPr id="19" name="設備成本 5,000，使用五年，殘值為零，採直線法 St">
            <a:extLst>
              <a:ext uri="{FF2B5EF4-FFF2-40B4-BE49-F238E27FC236}">
                <a16:creationId xmlns:a16="http://schemas.microsoft.com/office/drawing/2014/main" id="{B58618E2-260D-4E1C-906E-C99A9111D731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3868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設備成本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5,000，使用五年，殘值為零，採直線法 Straight-line Depreciation。</a:t>
            </a:r>
          </a:p>
        </p:txBody>
      </p:sp>
      <p:sp>
        <p:nvSpPr>
          <p:cNvPr id="20" name="加回的理由">
            <a:extLst>
              <a:ext uri="{FF2B5EF4-FFF2-40B4-BE49-F238E27FC236}">
                <a16:creationId xmlns:a16="http://schemas.microsoft.com/office/drawing/2014/main" id="{65F02747-28F0-4E7D-890D-E2F5A0CB5F90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非現金項目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若從已扣折舊的盈餘起算，須加回這筆非現金費用，避免當期現">
            <a:extLst>
              <a:ext uri="{FF2B5EF4-FFF2-40B4-BE49-F238E27FC236}">
                <a16:creationId xmlns:a16="http://schemas.microsoft.com/office/drawing/2014/main" id="{AAC7FE7A-5795-4F73-82DA-5B886664ADBD}"/>
              </a:ext>
            </a:extLst>
          </p:cNvPr>
          <p:cNvSpPr>
            <a:spLocks noGrp="1"/>
          </p:cNvSpPr>
          <p:nvPr/>
        </p:nvSpPr>
        <p:spPr>
          <a:xfrm>
            <a:off x="685800" y="6858000"/>
            <a:ext cx="1386840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從收入中扣除、但不會直接影響現金流量的費用；金額最大的非現金費用是折舊；折舊會降低企業的稅額與淨利， 卻不直接造成現金流出，因此淨利不等於現金流量</a:t>
            </a: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Time and Costs / Earnings Management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損益表還有哪些解讀限制？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476299992"/>
              </p:ext>
            </p:extLst>
          </p:nvPr>
        </p:nvGraphicFramePr>
        <p:xfrm>
          <a:off x="685800" y="2000250"/>
          <a:ext cx="13868400" cy="5238752"/>
        </p:xfrm>
        <a:graphic>
          <a:graphicData uri="http://schemas.openxmlformats.org/drawingml/2006/table">
            <a:tbl>
              <a:tblPr/>
              <a:tblGrid>
                <a:gridCol w="3697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968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觀點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重點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例子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固定與變動成本</a:t>
                      </a:r>
                    </a:p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Fixed / Variable Costs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短期內部分成本固定；長期可調整的範圍較大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租金與原料的成本性質不同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產品與期間成本</a:t>
                      </a:r>
                    </a:p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Product / Period Costs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會計分類不直接等於固定／變動分類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COGS 可能同時含固定與變動成本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盈餘管理</a:t>
                      </a:r>
                    </a:p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Earnings Management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估計與認列選擇可能影響盈餘的時點與形狀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耐用年限、備抵估計等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解讀盈餘時，搭配現金流量、附註與前後期資料。">
            <a:extLst>
              <a:ext uri="{FF2B5EF4-FFF2-40B4-BE49-F238E27FC236}">
                <a16:creationId xmlns:a16="http://schemas.microsoft.com/office/drawing/2014/main" id="{90EF03DC-97C6-4075-B9AF-CE899C2E34F3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解讀盈餘時，搭配現金流量、附註與前後期資料。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2.2　先判斷，再說明理由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觀念檢核：淨利與現金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685800" y="2000250"/>
          <a:ext cx="13868400" cy="5695950"/>
        </p:xfrm>
        <a:graphic>
          <a:graphicData uri="http://schemas.openxmlformats.org/drawingml/2006/table">
            <a:tbl>
              <a:tblPr/>
              <a:tblGrid>
                <a:gridCol w="657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919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敘述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判斷與理由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「收回以前的應收帳款，會增加本期收入。」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錯。收款改變現金與應收帳款，通常不再認列收入。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「折舊費用 89，代表本期付出現金 89。」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錯。折舊分攤設備成本，提列時通常不另付現。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「保留盈餘增加 309，代表現金增加 309。」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錯。留存盈餘可能投入不同資產。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919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「現金股利 165 應從營收中扣除。」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錯。股利是分配，不是損益費用。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2.3　Taxes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稅會改變可用的現金流量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稅是現金流出的重要來源">
            <a:extLst>
              <a:ext uri="{FF2B5EF4-FFF2-40B4-BE49-F238E27FC236}">
                <a16:creationId xmlns:a16="http://schemas.microsoft.com/office/drawing/2014/main" id="{B2B22846-0C62-4BFE-A499-FC7A56E03FC7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稅是現金流出的重要來源</a:t>
            </a:r>
          </a:p>
        </p:txBody>
      </p:sp>
      <p:sp>
        <p:nvSpPr>
          <p:cNvPr id="18" name="同樣的稅前收入，適用稅制不同，稅後可用現金可能不同。">
            <a:extLst>
              <a:ext uri="{FF2B5EF4-FFF2-40B4-BE49-F238E27FC236}">
                <a16:creationId xmlns:a16="http://schemas.microsoft.com/office/drawing/2014/main" id="{69448945-09CA-4EC2-9AF3-BB7024D9D796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3868400" cy="1200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同樣的稅前收入，適用稅制不同，稅後可用現金可能不同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19" name="公司與個人稅制可能不同">
            <a:extLst>
              <a:ext uri="{FF2B5EF4-FFF2-40B4-BE49-F238E27FC236}">
                <a16:creationId xmlns:a16="http://schemas.microsoft.com/office/drawing/2014/main" id="{3B4E55B6-A628-4099-A835-FF3076EDCB99}"/>
              </a:ext>
            </a:extLst>
          </p:cNvPr>
          <p:cNvSpPr>
            <a:spLocks noGrp="1"/>
          </p:cNvSpPr>
          <p:nvPr/>
        </p:nvSpPr>
        <p:spPr>
          <a:xfrm>
            <a:off x="685800" y="37242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公司與個人稅制可能不同</a:t>
            </a:r>
          </a:p>
        </p:txBody>
      </p:sp>
      <p:sp>
        <p:nvSpPr>
          <p:cNvPr id="20" name="第 11 版以美國公司 21% 單一稅率，以及 2021">
            <a:extLst>
              <a:ext uri="{FF2B5EF4-FFF2-40B4-BE49-F238E27FC236}">
                <a16:creationId xmlns:a16="http://schemas.microsoft.com/office/drawing/2014/main" id="{09AAAD72-5CFC-4DB8-AC4C-A87DCECB98BC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13868400" cy="1200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本節探討公司稅，關於獨資與合夥皆適用於個人所得稅，稅制不同，但概念與處理程式類似。</a:t>
            </a: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本章學習重點">
            <a:extLst>
              <a:ext uri="{FF2B5EF4-FFF2-40B4-BE49-F238E27FC236}">
                <a16:creationId xmlns:a16="http://schemas.microsoft.com/office/drawing/2014/main" id="{AB04E7C9-F366-406B-B213-80A728F1B6A5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本</a:t>
            </a: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節</a:t>
            </a: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學習重點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理解稅額、平均稅率與邊際稅率，並判斷新增決策造成多少增量">
            <a:extLst>
              <a:ext uri="{FF2B5EF4-FFF2-40B4-BE49-F238E27FC236}">
                <a16:creationId xmlns:a16="http://schemas.microsoft.com/office/drawing/2014/main" id="{088264B3-18BB-4A0E-8F5B-E17546C94918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3868400" cy="1200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理解稅額、平均稅率與邊際稅率，並判斷新增決策造成多少增量稅負。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原簡報深藍頁首">
            <a:extLst>
              <a:ext uri="{FF2B5EF4-FFF2-40B4-BE49-F238E27FC236}">
                <a16:creationId xmlns:a16="http://schemas.microsoft.com/office/drawing/2014/main" id="{AC749A2B-D39E-4A35-90CA-E5860B9034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章節小標">
            <a:extLst>
              <a:ext uri="{FF2B5EF4-FFF2-40B4-BE49-F238E27FC236}">
                <a16:creationId xmlns:a16="http://schemas.microsoft.com/office/drawing/2014/main" id="{D5F58A32-AB80-45F2-A116-416B72EDD6B3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2.3　Tax Systems</a:t>
            </a:r>
          </a:p>
        </p:txBody>
      </p:sp>
      <p:sp>
        <p:nvSpPr>
          <p:cNvPr id="3" name="投影片標題">
            <a:extLst>
              <a:ext uri="{FF2B5EF4-FFF2-40B4-BE49-F238E27FC236}">
                <a16:creationId xmlns:a16="http://schemas.microsoft.com/office/drawing/2014/main" id="{F684A94C-6ABC-42CB-B39D-BBEF8A74C4BA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累進稅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率</a:t>
            </a: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制與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單一</a:t>
            </a:r>
            <a:r>
              <a:rPr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稅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率</a:t>
            </a:r>
            <a:r>
              <a:rPr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制</a:t>
            </a:r>
          </a:p>
        </p:txBody>
      </p:sp>
      <p:sp>
        <p:nvSpPr>
          <p:cNvPr id="4" name="頁尾分隔線">
            <a:extLst>
              <a:ext uri="{FF2B5EF4-FFF2-40B4-BE49-F238E27FC236}">
                <a16:creationId xmlns:a16="http://schemas.microsoft.com/office/drawing/2014/main" id="{3CE0130C-78B5-43D4-B93B-3B77B534FB25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課程頁尾">
            <a:extLst>
              <a:ext uri="{FF2B5EF4-FFF2-40B4-BE49-F238E27FC236}">
                <a16:creationId xmlns:a16="http://schemas.microsoft.com/office/drawing/2014/main" id="{1B928D22-AA7B-4250-B0D3-D9FA8C47EAE7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510070826"/>
              </p:ext>
            </p:extLst>
          </p:nvPr>
        </p:nvGraphicFramePr>
        <p:xfrm>
          <a:off x="685800" y="2000250"/>
          <a:ext cx="13868400" cy="48768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</a:t>
                      </a:r>
                    </a:p>
                  </a:txBody>
                  <a:tcPr marL="152400" marR="133350" marT="76200" marB="76200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累進稅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率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制  Progressive </a:t>
                      </a:r>
                      <a:r>
                        <a:rPr 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rate 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tax</a:t>
                      </a:r>
                    </a:p>
                  </a:txBody>
                  <a:tcPr marL="152400" marR="133350" marT="76200" marB="76200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單一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率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制  </a:t>
                      </a:r>
                      <a:r>
                        <a:rPr 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Flat-rate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tax</a:t>
                      </a:r>
                    </a:p>
                  </a:txBody>
                  <a:tcPr marL="152400" marR="133350" marT="76200" marB="76200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課稅方式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各級距所得分別適用稅率；較高稅率只課超過門檻的部分。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全部課稅所得適用相同稅率。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假設稅率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前 10 萬元課 10%；超過 10 萬元部分課 20%。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全部所得課 20%。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1575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所得 12 萬元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 萬 × 10% ＋ 2 萬 × 20%</a:t>
                      </a:r>
                      <a:r>
                        <a:rPr lang="en-US"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＝ 1.4 </a:t>
                      </a:r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萬元</a:t>
                      </a:r>
                      <a:endParaRPr sz="2025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 萬 × 20% ＝ 2.4 萬元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平均／邊際稅率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11.67% ／ 20%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20% ／ 20%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例題性質">
            <a:extLst>
              <a:ext uri="{FF2B5EF4-FFF2-40B4-BE49-F238E27FC236}">
                <a16:creationId xmlns:a16="http://schemas.microsoft.com/office/drawing/2014/main" id="{34287836-DCFF-4CBD-8488-8F0E585AB7B6}"/>
              </a:ext>
            </a:extLst>
          </p:cNvPr>
          <p:cNvSpPr>
            <a:spLocks noGrp="1"/>
          </p:cNvSpPr>
          <p:nvPr/>
        </p:nvSpPr>
        <p:spPr>
          <a:xfrm>
            <a:off x="685800" y="7115175"/>
            <a:ext cx="138684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0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平均稅率＝總稅額</a:t>
            </a:r>
            <a:r>
              <a:rPr sz="202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÷ </a:t>
            </a:r>
            <a:r>
              <a:rPr sz="202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課稅所得</a:t>
            </a:r>
            <a:endParaRPr sz="202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367631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原簡報深藍頁首">
            <a:extLst>
              <a:ext uri="{FF2B5EF4-FFF2-40B4-BE49-F238E27FC236}">
                <a16:creationId xmlns:a16="http://schemas.microsoft.com/office/drawing/2014/main" id="{BB685396-92F6-42DB-8D2D-04AAB6A6B5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章節小標">
            <a:extLst>
              <a:ext uri="{FF2B5EF4-FFF2-40B4-BE49-F238E27FC236}">
                <a16:creationId xmlns:a16="http://schemas.microsoft.com/office/drawing/2014/main" id="{4FE176B4-2A9C-400C-89AD-62B76FADCD92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2.3　Taiwan: Corporate Taxes</a:t>
            </a:r>
          </a:p>
        </p:txBody>
      </p:sp>
      <p:sp>
        <p:nvSpPr>
          <p:cNvPr id="3" name="投影片標題">
            <a:extLst>
              <a:ext uri="{FF2B5EF4-FFF2-40B4-BE49-F238E27FC236}">
                <a16:creationId xmlns:a16="http://schemas.microsoft.com/office/drawing/2014/main" id="{F84E16BB-2003-4CFC-90DF-B42AB871897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臺灣公司常見的三項稅</a:t>
            </a:r>
          </a:p>
        </p:txBody>
      </p:sp>
      <p:sp>
        <p:nvSpPr>
          <p:cNvPr id="4" name="頁尾分隔線">
            <a:extLst>
              <a:ext uri="{FF2B5EF4-FFF2-40B4-BE49-F238E27FC236}">
                <a16:creationId xmlns:a16="http://schemas.microsoft.com/office/drawing/2014/main" id="{53F5DF4D-AF4C-4761-9692-215858A6CB42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課程頁尾">
            <a:extLst>
              <a:ext uri="{FF2B5EF4-FFF2-40B4-BE49-F238E27FC236}">
                <a16:creationId xmlns:a16="http://schemas.microsoft.com/office/drawing/2014/main" id="{C6F9C275-9F2C-42A7-91D7-474132A8618F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1019049096"/>
              </p:ext>
            </p:extLst>
          </p:nvPr>
        </p:nvGraphicFramePr>
        <p:xfrm>
          <a:off x="685800" y="2000250"/>
          <a:ext cx="13868400" cy="529590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稅目</a:t>
                      </a:r>
                    </a:p>
                  </a:txBody>
                  <a:tcPr marL="152400" marR="133350" marT="76200" marB="76200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主要課稅基礎</a:t>
                      </a:r>
                    </a:p>
                  </a:txBody>
                  <a:tcPr marL="152400" marR="133350" marT="76200" marB="76200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一般計算方式</a:t>
                      </a:r>
                    </a:p>
                  </a:txBody>
                  <a:tcPr marL="152400" marR="133350" marT="76200" marB="76200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2125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營利事業所得稅</a:t>
                      </a:r>
                    </a:p>
                    <a:p>
                      <a:pPr algn="l"/>
                      <a:r>
                        <a:rPr sz="2025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Corporate Income Tax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年度課稅所得額</a:t>
                      </a:r>
                      <a:r>
                        <a:rPr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P</a:t>
                      </a:r>
                    </a:p>
                    <a:p>
                      <a:pPr algn="l"/>
                      <a:r>
                        <a:rPr lang="en-US"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</a:t>
                      </a:r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下列</a:t>
                      </a:r>
                      <a:r>
                        <a:rPr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P </a:t>
                      </a:r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以萬元計</a:t>
                      </a:r>
                      <a:r>
                        <a:rPr lang="en-US"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)</a:t>
                      </a:r>
                      <a:endParaRPr sz="2025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 ≤ 12：免徵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 &lt; P ≤ 20：(P－12) × 50%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 &gt; 20：P × 20%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 algn="l"/>
                      <a:r>
                        <a:rPr sz="2025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營業稅</a:t>
                      </a:r>
                      <a:r>
                        <a:rPr lang="zh-TW" altLang="en-US" sz="2025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025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/ </a:t>
                      </a:r>
                      <a:r>
                        <a:rPr lang="zh-TW" altLang="en-US" sz="2025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加值稅</a:t>
                      </a:r>
                      <a:endParaRPr sz="2025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025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Business Tax / VAT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銷售貨物或勞務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一般稅額計算：5%</a:t>
                      </a:r>
                    </a:p>
                    <a:p>
                      <a:pPr algn="l"/>
                      <a:r>
                        <a:rPr sz="2025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應納額＝銷項稅額－可扣抵進項稅額</a:t>
                      </a:r>
                    </a:p>
                  </a:txBody>
                  <a:tcPr marL="15240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3525">
                <a:tc>
                  <a:txBody>
                    <a:bodyPr/>
                    <a:lstStyle/>
                    <a:p>
                      <a:pPr algn="l"/>
                      <a:r>
                        <a:rPr sz="2025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未分配盈餘加徵稅</a:t>
                      </a:r>
                      <a:endParaRPr sz="2025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025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Undistributed Earnings Tax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依法計算的當年度</a:t>
                      </a:r>
                      <a:endParaRPr sz="2025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algn="l"/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未分配盈餘</a:t>
                      </a:r>
                      <a:endParaRPr sz="2025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未分配盈餘</a:t>
                      </a:r>
                      <a:r>
                        <a:rPr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× 5%</a:t>
                      </a:r>
                    </a:p>
                    <a:p>
                      <a:pPr algn="l"/>
                      <a:r>
                        <a:rPr sz="2025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並非「保留盈餘帳面餘額</a:t>
                      </a:r>
                      <a:r>
                        <a:rPr sz="2025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× 5%」。</a:t>
                      </a:r>
                    </a:p>
                  </a:txBody>
                  <a:tcPr marL="152400" marR="133350" marT="76200" marB="76200" anchor="ctr"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補充說明">
            <a:extLst>
              <a:ext uri="{FF2B5EF4-FFF2-40B4-BE49-F238E27FC236}">
                <a16:creationId xmlns:a16="http://schemas.microsoft.com/office/drawing/2014/main" id="{6F61B524-962F-4FE5-9B05-99010697DB27}"/>
              </a:ext>
            </a:extLst>
          </p:cNvPr>
          <p:cNvSpPr>
            <a:spLocks noGrp="1"/>
          </p:cNvSpPr>
          <p:nvPr/>
        </p:nvSpPr>
        <p:spPr>
          <a:xfrm>
            <a:off x="685800" y="7448550"/>
            <a:ext cx="138684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營所稅看課稅所得，營業稅看銷售，未分配盈餘稅看依法計算的盈餘。</a:t>
            </a:r>
          </a:p>
        </p:txBody>
      </p:sp>
    </p:spTree>
    <p:extLst>
      <p:ext uri="{BB962C8B-B14F-4D97-AF65-F5344CB8AC3E}">
        <p14:creationId xmlns:p14="http://schemas.microsoft.com/office/powerpoint/2010/main" val="1737922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2.3　Average Tax Rate / Marginal Tax Rate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平均稅率與邊際稅率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65051008"/>
              </p:ext>
            </p:extLst>
          </p:nvPr>
        </p:nvGraphicFramePr>
        <p:xfrm>
          <a:off x="685800" y="2000250"/>
          <a:ext cx="13868400" cy="5238752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968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平均稅率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Average</a:t>
                      </a:r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tax rate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邊際稅率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Marginal</a:t>
                      </a:r>
                      <a:r>
                        <a:rPr 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tax rate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計算概念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總稅額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÷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應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稅所得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下一元所得所增加的稅額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回答問題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全部所得平均負擔多少稅？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再多賺一元，會多付多少稅？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9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常見用途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描述整體稅負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估計新增投資或交易的稅負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單一比例稅率、沒有其他調整時，平均稅率與邊際稅率相同。">
            <a:extLst>
              <a:ext uri="{FF2B5EF4-FFF2-40B4-BE49-F238E27FC236}">
                <a16:creationId xmlns:a16="http://schemas.microsoft.com/office/drawing/2014/main" id="{8CE2DB99-55D1-4246-8107-218324122BFA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單一稅率、沒有其他調整時，平均稅率與邊際稅率相同</a:t>
            </a:r>
            <a:r>
              <a:rPr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2.3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課本範例，所得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 1</a:t>
            </a:r>
            <a:r>
              <a:rPr lang="en-US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25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,000 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美元</a:t>
            </a:r>
            <a:endParaRPr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累進稅率：每一段所得分別課稅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1382059479"/>
              </p:ext>
            </p:extLst>
          </p:nvPr>
        </p:nvGraphicFramePr>
        <p:xfrm>
          <a:off x="685800" y="2000250"/>
          <a:ext cx="13868400" cy="5193125"/>
        </p:xfrm>
        <a:graphic>
          <a:graphicData uri="http://schemas.openxmlformats.org/drawingml/2006/table">
            <a:tbl>
              <a:tblPr/>
              <a:tblGrid>
                <a:gridCol w="3815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4772">
                  <a:extLst>
                    <a:ext uri="{9D8B030D-6E8A-4147-A177-3AD203B41FA5}">
                      <a16:colId xmlns:a16="http://schemas.microsoft.com/office/drawing/2014/main" val="3004819542"/>
                    </a:ext>
                  </a:extLst>
                </a:gridCol>
                <a:gridCol w="2580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3125"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課稅所得區間（美元</a:t>
                      </a:r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）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稅率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本例適用所得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稅額（美元）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–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11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,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10%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11,600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1,160.00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11,600 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–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7,150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12%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47,150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– 11,600 = 35,550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4,266.00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TW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47,150 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–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100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,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525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22%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100,525 – 47,150 = 53,375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11,742.50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TW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100,525 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–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191,950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24%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125,000 – 100,525 = 24,475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5,874.00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altLang="zh-TW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191,950 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–</a:t>
                      </a:r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243,725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%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44843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243,725 </a:t>
                      </a:r>
                      <a:r>
                        <a:rPr lang="en-US" altLang="zh-TW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–</a:t>
                      </a:r>
                      <a:r>
                        <a:rPr lang="zh-TW" alt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609,350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35%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9918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609,350 +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37%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TW"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總計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23,042.50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542467"/>
                  </a:ext>
                </a:extLst>
              </a:tr>
            </a:tbl>
          </a:graphicData>
        </a:graphic>
      </p:graphicFrame>
      <p:sp>
        <p:nvSpPr>
          <p:cNvPr id="18" name="只對各級距內的所得課該級距稅率，並非全部 100,000">
            <a:extLst>
              <a:ext uri="{FF2B5EF4-FFF2-40B4-BE49-F238E27FC236}">
                <a16:creationId xmlns:a16="http://schemas.microsoft.com/office/drawing/2014/main" id="{BD8A0ED9-25EF-4526-94AD-EF61A7A4AF76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只對各級距內的所得課該級距稅率，並非全部</a:t>
            </a:r>
            <a:r>
              <a:rPr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1</a:t>
            </a:r>
            <a:r>
              <a:rPr lang="en-US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25</a:t>
            </a:r>
            <a:r>
              <a:rPr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,000 </a:t>
            </a:r>
            <a:r>
              <a:rPr sz="21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都課</a:t>
            </a:r>
            <a:r>
              <a:rPr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24%。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2.3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延續所得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 1</a:t>
            </a:r>
            <a:r>
              <a:rPr lang="en-US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25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,000 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美元的歷史案例</a:t>
            </a:r>
            <a:endParaRPr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新增投資應考慮哪一種稅率？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平均稅率 = 18,021 ÷ 100,000 = 18">
            <a:extLst>
              <a:ext uri="{FF2B5EF4-FFF2-40B4-BE49-F238E27FC236}">
                <a16:creationId xmlns:a16="http://schemas.microsoft.com/office/drawing/2014/main" id="{9F98622D-7166-4E2E-97AF-8DF923DD7A3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平均稅率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= 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23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,0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42.50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÷ 1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25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,000 = 18.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434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%</a:t>
            </a:r>
          </a:p>
        </p:txBody>
      </p:sp>
      <p:sp>
        <p:nvSpPr>
          <p:cNvPr id="18" name="再多賺 1 美元">
            <a:extLst>
              <a:ext uri="{FF2B5EF4-FFF2-40B4-BE49-F238E27FC236}">
                <a16:creationId xmlns:a16="http://schemas.microsoft.com/office/drawing/2014/main" id="{509D41C2-B7A9-47C8-91A3-499E07171F23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再多賺 1 美元</a:t>
            </a:r>
          </a:p>
        </p:txBody>
      </p:sp>
      <p:sp>
        <p:nvSpPr>
          <p:cNvPr id="19" name="仍位於 24% 級距，新增稅額為 0.24 美元，因此邊">
            <a:extLst>
              <a:ext uri="{FF2B5EF4-FFF2-40B4-BE49-F238E27FC236}">
                <a16:creationId xmlns:a16="http://schemas.microsoft.com/office/drawing/2014/main" id="{BE14ACEE-B5C6-4CCA-8347-B152E559402E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仍位於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24%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級距，新增稅額為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0.24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美元，因此邊際稅率為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24%。</a:t>
            </a:r>
          </a:p>
        </p:txBody>
      </p:sp>
      <p:sp>
        <p:nvSpPr>
          <p:cNvPr id="20" name="新增課稅所得 10,000 美元">
            <a:extLst>
              <a:ext uri="{FF2B5EF4-FFF2-40B4-BE49-F238E27FC236}">
                <a16:creationId xmlns:a16="http://schemas.microsoft.com/office/drawing/2014/main" id="{AE2EDE0C-AED6-4061-B922-72598C9CBD01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若</a:t>
            </a: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新增課稅所得</a:t>
            </a: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10,000 </a:t>
            </a: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美元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假設仍在同一級距，增量稅額 = 10,000 × 24%">
            <a:extLst>
              <a:ext uri="{FF2B5EF4-FFF2-40B4-BE49-F238E27FC236}">
                <a16:creationId xmlns:a16="http://schemas.microsoft.com/office/drawing/2014/main" id="{560BC4F2-B3C7-4580-909F-5C60278AC1B2}"/>
              </a:ext>
            </a:extLst>
          </p:cNvPr>
          <p:cNvSpPr>
            <a:spLocks noGrp="1"/>
          </p:cNvSpPr>
          <p:nvPr/>
        </p:nvSpPr>
        <p:spPr>
          <a:xfrm>
            <a:off x="685800" y="5057775"/>
            <a:ext cx="138684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假設仍在同一級距，增量稅額 = 10,000 × 24% = 2,400。</a:t>
            </a:r>
          </a:p>
        </p:txBody>
      </p:sp>
      <p:sp>
        <p:nvSpPr>
          <p:cNvPr id="22" name="稅後新增所得">
            <a:extLst>
              <a:ext uri="{FF2B5EF4-FFF2-40B4-BE49-F238E27FC236}">
                <a16:creationId xmlns:a16="http://schemas.microsoft.com/office/drawing/2014/main" id="{915C0BE3-AD16-426F-8B91-2F67CF56E4FD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稅後新增所得</a:t>
            </a:r>
          </a:p>
        </p:txBody>
      </p:sp>
      <p:sp>
        <p:nvSpPr>
          <p:cNvPr id="23" name="10,000 − 2,400 = 7,600 美元；不能">
            <a:extLst>
              <a:ext uri="{FF2B5EF4-FFF2-40B4-BE49-F238E27FC236}">
                <a16:creationId xmlns:a16="http://schemas.microsoft.com/office/drawing/2014/main" id="{223AF8D6-BDCB-4A47-8EC0-29CCEBDB38FC}"/>
              </a:ext>
            </a:extLst>
          </p:cNvPr>
          <p:cNvSpPr>
            <a:spLocks noGrp="1"/>
          </p:cNvSpPr>
          <p:nvPr/>
        </p:nvSpPr>
        <p:spPr>
          <a:xfrm>
            <a:off x="685800" y="6610350"/>
            <a:ext cx="1386840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10,000 − 2,400 = 7,600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美元；平均稅率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= 25,442.50</a:t>
            </a:r>
            <a:r>
              <a:rPr lang="zh-TW" altLang="en-US" sz="24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÷ 135,000 = 18.846%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；邊際稅率仍為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24%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endParaRPr sz="2325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頁首">
            <a:extLst>
              <a:ext uri="{FF2B5EF4-FFF2-40B4-BE49-F238E27FC236}">
                <a16:creationId xmlns:a16="http://schemas.microsoft.com/office/drawing/2014/main" id="{88CC9C2D-D094-4730-9EB3-3B23219750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章節標示">
            <a:extLst>
              <a:ext uri="{FF2B5EF4-FFF2-40B4-BE49-F238E27FC236}">
                <a16:creationId xmlns:a16="http://schemas.microsoft.com/office/drawing/2014/main" id="{B13612D1-C13A-4C79-A9A5-7BA215C72227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The Concept of Cash Flow</a:t>
            </a:r>
          </a:p>
        </p:txBody>
      </p:sp>
      <p:sp>
        <p:nvSpPr>
          <p:cNvPr id="3" name="標題">
            <a:extLst>
              <a:ext uri="{FF2B5EF4-FFF2-40B4-BE49-F238E27FC236}">
                <a16:creationId xmlns:a16="http://schemas.microsoft.com/office/drawing/2014/main" id="{03CBB1E8-E337-43B9-9F85-34527AAF58E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現金流量的概念</a:t>
            </a:r>
          </a:p>
        </p:txBody>
      </p:sp>
      <p:sp>
        <p:nvSpPr>
          <p:cNvPr id="4" name="基本定義">
            <a:extLst>
              <a:ext uri="{FF2B5EF4-FFF2-40B4-BE49-F238E27FC236}">
                <a16:creationId xmlns:a16="http://schemas.microsoft.com/office/drawing/2014/main" id="{CA446DE2-9695-48E1-82AB-160A660C9E5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現金流量 Cash Flow ＝ 現金流入 − 現金流出</a:t>
            </a:r>
          </a:p>
        </p:txBody>
      </p:sp>
      <p:sp>
        <p:nvSpPr>
          <p:cNvPr id="5" name="重要性標題">
            <a:extLst>
              <a:ext uri="{FF2B5EF4-FFF2-40B4-BE49-F238E27FC236}">
                <a16:creationId xmlns:a16="http://schemas.microsoft.com/office/drawing/2014/main" id="{4C5A728F-0EBA-43C4-91AD-4631B10ED5A3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38684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為何重要？</a:t>
            </a:r>
          </a:p>
        </p:txBody>
      </p:sp>
      <p:sp>
        <p:nvSpPr>
          <p:cNvPr id="6" name="重要性內容">
            <a:extLst>
              <a:ext uri="{FF2B5EF4-FFF2-40B4-BE49-F238E27FC236}">
                <a16:creationId xmlns:a16="http://schemas.microsoft.com/office/drawing/2014/main" id="{E997747A-9781-4C4B-9F35-EB4D2D2A073C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138684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它是財務報表中最重要的資訊之一，幫助我們判斷企業產生現金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、</a:t>
            </a: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償還債務與支付股利的能力。</a:t>
            </a:r>
          </a:p>
        </p:txBody>
      </p:sp>
      <p:sp>
        <p:nvSpPr>
          <p:cNvPr id="7" name="會計報表標題">
            <a:extLst>
              <a:ext uri="{FF2B5EF4-FFF2-40B4-BE49-F238E27FC236}">
                <a16:creationId xmlns:a16="http://schemas.microsoft.com/office/drawing/2014/main" id="{36E12EB4-5909-49E8-B80E-437F1D7B6AB7}"/>
              </a:ext>
            </a:extLst>
          </p:cNvPr>
          <p:cNvSpPr>
            <a:spLocks noGrp="1"/>
          </p:cNvSpPr>
          <p:nvPr/>
        </p:nvSpPr>
        <p:spPr>
          <a:xfrm>
            <a:off x="685800" y="4371975"/>
            <a:ext cx="138684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與會計現金流量表</a:t>
            </a:r>
            <a:r>
              <a:rPr 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(</a:t>
            </a: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Statement of Cash Flows</a:t>
            </a:r>
            <a:r>
              <a:rPr 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 </a:t>
            </a: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的差異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會計報表內容">
            <a:extLst>
              <a:ext uri="{FF2B5EF4-FFF2-40B4-BE49-F238E27FC236}">
                <a16:creationId xmlns:a16="http://schemas.microsoft.com/office/drawing/2014/main" id="{D7C9EA5B-8923-4E15-89F9-802C6855DEAE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38684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會計報表依營業、投資及籌資活動分類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endParaRPr lang="en-US" sz="2250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 algn="l"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財務管理</a:t>
            </a: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為了回答資產如何創造並分配現金，會重新整理財報中的數字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9" name="本章焦點標題">
            <a:extLst>
              <a:ext uri="{FF2B5EF4-FFF2-40B4-BE49-F238E27FC236}">
                <a16:creationId xmlns:a16="http://schemas.microsoft.com/office/drawing/2014/main" id="{E4FE31EC-F099-4ACD-BAB9-6B217B25E6EF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38684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本課程</a:t>
            </a: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焦點</a:t>
            </a: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Our Focus</a:t>
            </a:r>
            <a:r>
              <a:rPr lang="en-US" altLang="zh-TW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0" name="本章焦點內容">
            <a:extLst>
              <a:ext uri="{FF2B5EF4-FFF2-40B4-BE49-F238E27FC236}">
                <a16:creationId xmlns:a16="http://schemas.microsoft.com/office/drawing/2014/main" id="{43CA16CE-FB99-4CCD-9284-6270203235A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38684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資產如何產生現金</a:t>
            </a: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Cash Flow from Assets</a:t>
            </a:r>
            <a:r>
              <a:rPr 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, CFFA</a:t>
            </a:r>
            <a:r>
              <a:rPr lang="en-US" altLang="zh-TW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？</a:t>
            </a:r>
            <a:endParaRPr lang="en-US" sz="2250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 algn="l"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這些現金如何流向購買資產的資金提供者：債權人</a:t>
            </a: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Creditors</a:t>
            </a:r>
            <a:r>
              <a:rPr lang="en-US" altLang="zh-TW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與股東</a:t>
            </a: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Stockholders</a:t>
            </a:r>
            <a:r>
              <a:rPr lang="en-US" altLang="zh-TW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11" name="關鍵提醒">
            <a:extLst>
              <a:ext uri="{FF2B5EF4-FFF2-40B4-BE49-F238E27FC236}">
                <a16:creationId xmlns:a16="http://schemas.microsoft.com/office/drawing/2014/main" id="{D5C59C04-BB93-4105-BDDA-87D87C8F3D85}"/>
              </a:ext>
            </a:extLst>
          </p:cNvPr>
          <p:cNvSpPr>
            <a:spLocks noGrp="1"/>
          </p:cNvSpPr>
          <p:nvPr/>
        </p:nvSpPr>
        <p:spPr>
          <a:xfrm>
            <a:off x="685800" y="7524750"/>
            <a:ext cx="138684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淨利</a:t>
            </a:r>
            <a:r>
              <a:rPr sz="19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Net Income </a:t>
            </a:r>
            <a:r>
              <a:rPr sz="195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與現金流量可能不同，因為收入與費用的認列未必同時收付現金</a:t>
            </a:r>
            <a:r>
              <a:rPr sz="19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12" name="頁尾分隔線">
            <a:extLst>
              <a:ext uri="{FF2B5EF4-FFF2-40B4-BE49-F238E27FC236}">
                <a16:creationId xmlns:a16="http://schemas.microsoft.com/office/drawing/2014/main" id="{148EDCA6-729D-450C-9C28-CF0A9D4A45FC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13" name="課程頁尾">
            <a:extLst>
              <a:ext uri="{FF2B5EF4-FFF2-40B4-BE49-F238E27FC236}">
                <a16:creationId xmlns:a16="http://schemas.microsoft.com/office/drawing/2014/main" id="{E396036D-08B6-4342-BA45-13C78D1FB89F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</p:spTree>
    <p:extLst>
      <p:ext uri="{BB962C8B-B14F-4D97-AF65-F5344CB8AC3E}">
        <p14:creationId xmlns:p14="http://schemas.microsoft.com/office/powerpoint/2010/main" val="1991577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Cash Flow from Assets / Free Cash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資產現金流量與自由現金流量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CFFA白話定義">
            <a:extLst>
              <a:ext uri="{FF2B5EF4-FFF2-40B4-BE49-F238E27FC236}">
                <a16:creationId xmlns:a16="http://schemas.microsoft.com/office/drawing/2014/main" id="{8A547B40-6093-4C08-8031-0CE7B6DB6E95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38684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資產現金流量</a:t>
            </a:r>
            <a:r>
              <a:rPr lang="zh-TW" altLang="en-US" sz="27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7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7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CFFA</a:t>
            </a:r>
            <a:r>
              <a:rPr lang="en-US" altLang="zh-TW" sz="27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7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：</a:t>
            </a:r>
            <a:r>
              <a:rPr sz="27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資產產生現金、扣除再投入後的淨額</a:t>
            </a:r>
            <a:endParaRPr sz="27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資產端標題">
            <a:extLst>
              <a:ext uri="{FF2B5EF4-FFF2-40B4-BE49-F238E27FC236}">
                <a16:creationId xmlns:a16="http://schemas.microsoft.com/office/drawing/2014/main" id="{52B89953-A948-4941-A5E1-8FA071A52CBE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138684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從資產端看：什麼是 CFFA？</a:t>
            </a:r>
          </a:p>
        </p:txBody>
      </p:sp>
      <p:sp>
        <p:nvSpPr>
          <p:cNvPr id="19" name="資產端解釋">
            <a:extLst>
              <a:ext uri="{FF2B5EF4-FFF2-40B4-BE49-F238E27FC236}">
                <a16:creationId xmlns:a16="http://schemas.microsoft.com/office/drawing/2014/main" id="{1F7C8845-44D3-42BA-9864-87440D33D06F}"/>
              </a:ext>
            </a:extLst>
          </p:cNvPr>
          <p:cNvSpPr>
            <a:spLocks noGrp="1"/>
          </p:cNvSpPr>
          <p:nvPr/>
        </p:nvSpPr>
        <p:spPr>
          <a:xfrm>
            <a:off x="685800" y="3629025"/>
            <a:ext cx="13868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公司運用資產創造營運現金，但部分必須再投入固定資產與淨營運資本。</a:t>
            </a:r>
          </a:p>
          <a:p>
            <a:pPr algn="l"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扣除這兩項投入後，剩下的淨額就是 CFFA。</a:t>
            </a:r>
          </a:p>
        </p:txBody>
      </p:sp>
      <p:sp>
        <p:nvSpPr>
          <p:cNvPr id="20" name="自由現金流量標題">
            <a:extLst>
              <a:ext uri="{FF2B5EF4-FFF2-40B4-BE49-F238E27FC236}">
                <a16:creationId xmlns:a16="http://schemas.microsoft.com/office/drawing/2014/main" id="{DF059F00-DA8A-4239-AB81-E4B991B7D22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38684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為何又稱自由現金流量</a:t>
            </a:r>
            <a:r>
              <a:rPr lang="zh-TW" altLang="en-US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Free Cash Flow</a:t>
            </a:r>
            <a:r>
              <a:rPr lang="en-US" altLang="zh-TW"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21" name="自由現金流量解釋">
            <a:extLst>
              <a:ext uri="{FF2B5EF4-FFF2-40B4-BE49-F238E27FC236}">
                <a16:creationId xmlns:a16="http://schemas.microsoft.com/office/drawing/2014/main" id="{9E1139E4-CA9E-4180-89A2-3B4D89854668}"/>
              </a:ext>
            </a:extLst>
          </p:cNvPr>
          <p:cNvSpPr>
            <a:spLocks noGrp="1"/>
          </p:cNvSpPr>
          <p:nvPr/>
        </p:nvSpPr>
        <p:spPr>
          <a:xfrm>
            <a:off x="685800" y="5324475"/>
            <a:ext cx="138684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「自由」指扣除上述再投入後，這筆現金可淨流向債權人與股東。</a:t>
            </a:r>
          </a:p>
          <a:p>
            <a:pPr algn="l"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它不是「免費現金」，也不等於公司現金帳戶增加的金額。</a:t>
            </a:r>
          </a:p>
        </p:txBody>
      </p:sp>
      <p:sp>
        <p:nvSpPr>
          <p:cNvPr id="22" name="資金提供者端標題">
            <a:extLst>
              <a:ext uri="{FF2B5EF4-FFF2-40B4-BE49-F238E27FC236}">
                <a16:creationId xmlns:a16="http://schemas.microsoft.com/office/drawing/2014/main" id="{6298DD2E-BE6F-41A1-90AA-8D4A6708AAE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38684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同一筆現金，從資金提供者端核對</a:t>
            </a:r>
          </a:p>
        </p:txBody>
      </p:sp>
      <p:sp>
        <p:nvSpPr>
          <p:cNvPr id="23" name="資金提供者端恆等式">
            <a:extLst>
              <a:ext uri="{FF2B5EF4-FFF2-40B4-BE49-F238E27FC236}">
                <a16:creationId xmlns:a16="http://schemas.microsoft.com/office/drawing/2014/main" id="{8E286D3D-A786-40A8-BECB-28FD6DB311FB}"/>
              </a:ext>
            </a:extLst>
          </p:cNvPr>
          <p:cNvSpPr>
            <a:spLocks noGrp="1"/>
          </p:cNvSpPr>
          <p:nvPr/>
        </p:nvSpPr>
        <p:spPr>
          <a:xfrm>
            <a:off x="685800" y="6924675"/>
            <a:ext cx="138684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CFFA ＝ 債權人現金流量 ＋ 股東現金流量</a:t>
            </a:r>
          </a:p>
        </p:txBody>
      </p:sp>
    </p:spTree>
    <p:extLst>
      <p:ext uri="{BB962C8B-B14F-4D97-AF65-F5344CB8AC3E}">
        <p14:creationId xmlns:p14="http://schemas.microsoft.com/office/powerpoint/2010/main" val="10494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Cash Flow from Assets, CFFA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資產現金流量的三個部分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CFFA = OCF − NCS − ΔNWC">
            <a:extLst>
              <a:ext uri="{FF2B5EF4-FFF2-40B4-BE49-F238E27FC236}">
                <a16:creationId xmlns:a16="http://schemas.microsoft.com/office/drawing/2014/main" id="{079515CB-2621-4F67-95D2-E69B703EC1C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CFFA = OCF − NCS − ΔNWC</a:t>
            </a:r>
          </a:p>
        </p:txBody>
      </p:sp>
      <p:graphicFrame>
        <p:nvGraphicFramePr>
          <p:cNvPr id="27" name="表格 26"/>
          <p:cNvGraphicFramePr/>
          <p:nvPr/>
        </p:nvGraphicFramePr>
        <p:xfrm>
          <a:off x="685800" y="3048000"/>
          <a:ext cx="13868400" cy="4191000"/>
        </p:xfrm>
        <a:graphic>
          <a:graphicData uri="http://schemas.openxmlformats.org/drawingml/2006/table">
            <a:tbl>
              <a:tblPr/>
              <a:tblGrid>
                <a:gridCol w="44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部分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英文名稱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意義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營運現金流量 OCF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Operating Cash Flow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日常營運產生的現金來源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淨資本支出 NCS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Net Capital Spending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投入長期固定資產的淨額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淨營運資本變動 ΔNWC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Change in Net Working Capital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流動資產相對流動負債的淨增加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營運帶來現金，成長與維持營運也會占用現金。">
            <a:extLst>
              <a:ext uri="{FF2B5EF4-FFF2-40B4-BE49-F238E27FC236}">
                <a16:creationId xmlns:a16="http://schemas.microsoft.com/office/drawing/2014/main" id="{D5AA0AB7-5B9D-45F4-9EE3-E5860971B12B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營運帶來現金，成長與維持營運也會占用現金。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U.S. Corporation，單位：百萬美元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步驟 1：營運現金流量 OCF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29</a:t>
            </a:r>
          </a:p>
        </p:txBody>
      </p:sp>
      <p:sp>
        <p:nvSpPr>
          <p:cNvPr id="17" name="OCF = EBIT + 折舊 − 稅 = 670 + ">
            <a:extLst>
              <a:ext uri="{FF2B5EF4-FFF2-40B4-BE49-F238E27FC236}">
                <a16:creationId xmlns:a16="http://schemas.microsoft.com/office/drawing/2014/main" id="{89346AA5-7D9B-4CE6-BED3-AF4BC37B6E32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OCF = EBIT + 折舊 − 稅 = 670 + 89 − 126 = 633</a:t>
            </a:r>
          </a:p>
        </p:txBody>
      </p:sp>
      <p:sp>
        <p:nvSpPr>
          <p:cNvPr id="18" name="從 EBIT 起算">
            <a:extLst>
              <a:ext uri="{FF2B5EF4-FFF2-40B4-BE49-F238E27FC236}">
                <a16:creationId xmlns:a16="http://schemas.microsoft.com/office/drawing/2014/main" id="{F35F0EDC-CAB2-4A53-A649-7A27EC3764ED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從 EBIT 起算</a:t>
            </a:r>
          </a:p>
        </p:txBody>
      </p:sp>
      <p:sp>
        <p:nvSpPr>
          <p:cNvPr id="19" name="EBIT 已扣折舊，尚未扣利息與所得稅。">
            <a:extLst>
              <a:ext uri="{FF2B5EF4-FFF2-40B4-BE49-F238E27FC236}">
                <a16:creationId xmlns:a16="http://schemas.microsoft.com/office/drawing/2014/main" id="{58076E71-B522-401F-8BC1-17EDCDF82DB2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EBIT 已扣折舊，尚未扣利息與所得稅。</a:t>
            </a:r>
          </a:p>
        </p:txBody>
      </p:sp>
      <p:sp>
        <p:nvSpPr>
          <p:cNvPr id="20" name="加回折舊、扣除稅">
            <a:extLst>
              <a:ext uri="{FF2B5EF4-FFF2-40B4-BE49-F238E27FC236}">
                <a16:creationId xmlns:a16="http://schemas.microsoft.com/office/drawing/2014/main" id="{AC1E425E-43C2-44B7-8353-F4AE38EB068B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加回折舊、扣除稅</a:t>
            </a:r>
          </a:p>
        </p:txBody>
      </p:sp>
      <p:sp>
        <p:nvSpPr>
          <p:cNvPr id="21" name="折舊是非現金費用；本案例的所得稅須付現。">
            <a:extLst>
              <a:ext uri="{FF2B5EF4-FFF2-40B4-BE49-F238E27FC236}">
                <a16:creationId xmlns:a16="http://schemas.microsoft.com/office/drawing/2014/main" id="{4E484125-2B04-4CF1-868B-604BA1E9BA80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折舊是非現金費用；所得稅須付現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2" name="利息的處理">
            <a:extLst>
              <a:ext uri="{FF2B5EF4-FFF2-40B4-BE49-F238E27FC236}">
                <a16:creationId xmlns:a16="http://schemas.microsoft.com/office/drawing/2014/main" id="{FE67823F-6CEA-4A0B-9A51-2FBC3202F793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利息的處理</a:t>
            </a:r>
          </a:p>
        </p:txBody>
      </p:sp>
      <p:sp>
        <p:nvSpPr>
          <p:cNvPr id="23" name="本章將利息視為籌資支出，放到債權人現金流量中處理。">
            <a:extLst>
              <a:ext uri="{FF2B5EF4-FFF2-40B4-BE49-F238E27FC236}">
                <a16:creationId xmlns:a16="http://schemas.microsoft.com/office/drawing/2014/main" id="{988E142B-9165-455F-A7AC-2E10BB459DC4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利息視為籌資支出，放到債權人現金流量中處理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4" name="本例也可核對：NI 474 + Depreciation">
            <a:extLst>
              <a:ext uri="{FF2B5EF4-FFF2-40B4-BE49-F238E27FC236}">
                <a16:creationId xmlns:a16="http://schemas.microsoft.com/office/drawing/2014/main" id="{35ABB4D7-2F1F-4115-8621-A4D6A70B8722}"/>
              </a:ext>
            </a:extLst>
          </p:cNvPr>
          <p:cNvSpPr>
            <a:spLocks noGrp="1"/>
          </p:cNvSpPr>
          <p:nvPr/>
        </p:nvSpPr>
        <p:spPr>
          <a:xfrm>
            <a:off x="685800" y="7191375"/>
            <a:ext cx="138684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OCF </a:t>
            </a:r>
            <a:r>
              <a:rPr lang="zh-TW" altLang="en-US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由 </a:t>
            </a:r>
            <a:r>
              <a:rPr lang="en-US" altLang="zh-TW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EBIT </a:t>
            </a:r>
            <a:r>
              <a:rPr lang="zh-TW" altLang="en-US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加回折舊、扣除稅額計算，尚未反映營運資金的占用。賒銷形成應收帳款、備貨增加存貨，會提高 </a:t>
            </a:r>
            <a:r>
              <a:rPr lang="en-US" altLang="zh-TW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ΔNWC</a:t>
            </a:r>
            <a:r>
              <a:rPr lang="zh-TW" altLang="en-US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；應付帳款等流動負債則會抵銷部分占用。計算 </a:t>
            </a:r>
            <a:r>
              <a:rPr lang="en-US" altLang="zh-TW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CFFA </a:t>
            </a:r>
            <a:r>
              <a:rPr lang="zh-TW" altLang="en-US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時，須再扣除 </a:t>
            </a:r>
            <a:r>
              <a:rPr lang="en-US" altLang="zh-TW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ΔNWC</a:t>
            </a:r>
            <a:r>
              <a:rPr lang="zh-TW" altLang="en-US"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endParaRPr sz="21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DB3979E-9FC5-E739-63B8-223BBEC16969}"/>
              </a:ext>
            </a:extLst>
          </p:cNvPr>
          <p:cNvGrpSpPr/>
          <p:nvPr/>
        </p:nvGrpSpPr>
        <p:grpSpPr>
          <a:xfrm>
            <a:off x="9222829" y="1992914"/>
            <a:ext cx="5331372" cy="4652251"/>
            <a:chOff x="4035972" y="1800225"/>
            <a:chExt cx="6992006" cy="5768048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3D4CE30A-0A28-3FE5-4FBA-92467F040096}"/>
                </a:ext>
              </a:extLst>
            </p:cNvPr>
            <p:cNvGrpSpPr/>
            <p:nvPr/>
          </p:nvGrpSpPr>
          <p:grpSpPr>
            <a:xfrm>
              <a:off x="4322009" y="1800225"/>
              <a:ext cx="6595981" cy="5768048"/>
              <a:chOff x="4676364" y="204218"/>
              <a:chExt cx="5887272" cy="4898155"/>
            </a:xfrm>
          </p:grpSpPr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FFA025A2-2624-56CE-D9CF-4A20F2333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68192"/>
              <a:stretch/>
            </p:blipFill>
            <p:spPr>
              <a:xfrm>
                <a:off x="4676364" y="204218"/>
                <a:ext cx="5887272" cy="2596789"/>
              </a:xfrm>
              <a:prstGeom prst="rect">
                <a:avLst/>
              </a:prstGeom>
            </p:spPr>
          </p:pic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E440831B-0CB2-4521-B203-564BC56D0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1812"/>
              <a:stretch/>
            </p:blipFill>
            <p:spPr>
              <a:xfrm>
                <a:off x="4676364" y="2801007"/>
                <a:ext cx="5887272" cy="2301366"/>
              </a:xfrm>
              <a:prstGeom prst="rect">
                <a:avLst/>
              </a:prstGeom>
            </p:spPr>
          </p:pic>
        </p:grp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F595BAF8-E578-25C9-65DE-BD51C1F24437}"/>
                </a:ext>
              </a:extLst>
            </p:cNvPr>
            <p:cNvCxnSpPr/>
            <p:nvPr/>
          </p:nvCxnSpPr>
          <p:spPr>
            <a:xfrm>
              <a:off x="4035972" y="6739759"/>
              <a:ext cx="6992006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U.S. Corporation，單位：百萬美元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步驟 2：淨資本支出 NCS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30</a:t>
            </a:r>
          </a:p>
        </p:txBody>
      </p:sp>
      <p:sp>
        <p:nvSpPr>
          <p:cNvPr id="17" name="NCS = 期末淨固定資產 − 期初淨固定資產 + 折舊">
            <a:extLst>
              <a:ext uri="{FF2B5EF4-FFF2-40B4-BE49-F238E27FC236}">
                <a16:creationId xmlns:a16="http://schemas.microsoft.com/office/drawing/2014/main" id="{3CAC8952-5744-4083-A1FC-CBD55E846AF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NCS = 期末淨固定資產 − 期初淨固定資產 + 折舊</a:t>
            </a:r>
          </a:p>
        </p:txBody>
      </p:sp>
      <p:sp>
        <p:nvSpPr>
          <p:cNvPr id="18" name="先想沒有新增投資時">
            <a:extLst>
              <a:ext uri="{FF2B5EF4-FFF2-40B4-BE49-F238E27FC236}">
                <a16:creationId xmlns:a16="http://schemas.microsoft.com/office/drawing/2014/main" id="{BE38EF96-B045-452A-B9B1-4728FDBA58B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先想沒有新增投資時</a:t>
            </a:r>
          </a:p>
        </p:txBody>
      </p:sp>
      <p:sp>
        <p:nvSpPr>
          <p:cNvPr id="19" name="期初 1,644 − 當期折舊 89 = 期末應剩 1,">
            <a:extLst>
              <a:ext uri="{FF2B5EF4-FFF2-40B4-BE49-F238E27FC236}">
                <a16:creationId xmlns:a16="http://schemas.microsoft.com/office/drawing/2014/main" id="{631BC3B5-5F36-4351-B883-44D32038C538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期初 1,644 − 當期折舊 89 = 期末應剩 1,555。</a:t>
            </a:r>
          </a:p>
        </p:txBody>
      </p:sp>
      <p:sp>
        <p:nvSpPr>
          <p:cNvPr id="20" name="與實際期末比較">
            <a:extLst>
              <a:ext uri="{FF2B5EF4-FFF2-40B4-BE49-F238E27FC236}">
                <a16:creationId xmlns:a16="http://schemas.microsoft.com/office/drawing/2014/main" id="{82FC013B-A8D9-40DC-9378-379AD0629F9A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與實際期末比較</a:t>
            </a:r>
          </a:p>
        </p:txBody>
      </p:sp>
      <p:sp>
        <p:nvSpPr>
          <p:cNvPr id="21" name="實際淨固定資產是 1,709，因此淨投入 1,709 −">
            <a:extLst>
              <a:ext uri="{FF2B5EF4-FFF2-40B4-BE49-F238E27FC236}">
                <a16:creationId xmlns:a16="http://schemas.microsoft.com/office/drawing/2014/main" id="{25650F48-3BCA-4AB3-B6BA-5D9E9B1DDAAC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實際淨固定資產是 1,709，因此淨投入 1,709 − 1,555 = 154。</a:t>
            </a:r>
          </a:p>
        </p:txBody>
      </p:sp>
      <p:sp>
        <p:nvSpPr>
          <p:cNvPr id="22" name="公式計算">
            <a:extLst>
              <a:ext uri="{FF2B5EF4-FFF2-40B4-BE49-F238E27FC236}">
                <a16:creationId xmlns:a16="http://schemas.microsoft.com/office/drawing/2014/main" id="{926EBF6C-79A9-4A7A-AF39-E74A7BB13E1D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公式計算</a:t>
            </a:r>
          </a:p>
        </p:txBody>
      </p:sp>
      <p:sp>
        <p:nvSpPr>
          <p:cNvPr id="23" name="NCS = 1,709 − 1,644 + 89 = 1">
            <a:extLst>
              <a:ext uri="{FF2B5EF4-FFF2-40B4-BE49-F238E27FC236}">
                <a16:creationId xmlns:a16="http://schemas.microsoft.com/office/drawing/2014/main" id="{B074ECB5-ED41-4269-9C5B-41859DF7762C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NCS = 1,709 − 1,644 + 89 = 154。</a:t>
            </a:r>
          </a:p>
        </p:txBody>
      </p:sp>
      <p:sp>
        <p:nvSpPr>
          <p:cNvPr id="24" name="淨固定資產只增加 65，但本期淨資本支出為 154。">
            <a:extLst>
              <a:ext uri="{FF2B5EF4-FFF2-40B4-BE49-F238E27FC236}">
                <a16:creationId xmlns:a16="http://schemas.microsoft.com/office/drawing/2014/main" id="{F6847845-D28E-4107-A5FE-731C4E9051BD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淨固定資產只增加 65，但本期淨資本支出為 154。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A54AEA8-6947-783B-A16B-46DC2D2BA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0"/>
          <a:stretch/>
        </p:blipFill>
        <p:spPr>
          <a:xfrm>
            <a:off x="8491690" y="2089836"/>
            <a:ext cx="6415867" cy="354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U.S. Corporation，單位：百萬美元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步驟 3：淨營運資本變動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ΔNWC = 期末 NWC − 期初 NWC">
            <a:extLst>
              <a:ext uri="{FF2B5EF4-FFF2-40B4-BE49-F238E27FC236}">
                <a16:creationId xmlns:a16="http://schemas.microsoft.com/office/drawing/2014/main" id="{84FD111B-EDB5-461F-9268-0ABC355DD4C7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ΔNWC = 期末 NWC − 期初 NWC</a:t>
            </a:r>
          </a:p>
        </p:txBody>
      </p:sp>
      <p:graphicFrame>
        <p:nvGraphicFramePr>
          <p:cNvPr id="27" name="表格 26"/>
          <p:cNvGraphicFramePr/>
          <p:nvPr/>
        </p:nvGraphicFramePr>
        <p:xfrm>
          <a:off x="685800" y="3048000"/>
          <a:ext cx="13868400" cy="4191000"/>
        </p:xfrm>
        <a:graphic>
          <a:graphicData uri="http://schemas.openxmlformats.org/drawingml/2006/table">
            <a:tbl>
              <a:tblPr/>
              <a:tblGrid>
                <a:gridCol w="586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變動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 CA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1,112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1,403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+291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流動負債 CL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428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389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−39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NWC = CA − CL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684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1,014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+330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ΔNWC = 291 − (−39) = 330；本章計">
            <a:extLst>
              <a:ext uri="{FF2B5EF4-FFF2-40B4-BE49-F238E27FC236}">
                <a16:creationId xmlns:a16="http://schemas.microsoft.com/office/drawing/2014/main" id="{4657347C-8DF2-4A22-AF8A-29D2AC12C869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ΔNWC = 291 − (−39) = 330；本章計算 CFFA 時，須扣除 330。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U.S. Corporation，單位：百萬美元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步驟 4：資產現金流量 CFFA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633 − 154 − 330 = 149">
            <a:extLst>
              <a:ext uri="{FF2B5EF4-FFF2-40B4-BE49-F238E27FC236}">
                <a16:creationId xmlns:a16="http://schemas.microsoft.com/office/drawing/2014/main" id="{88F4B905-1C9B-4BAD-AEC3-C8B44F58E5D1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633 − 154 − 330 = 149</a:t>
            </a:r>
          </a:p>
        </p:txBody>
      </p:sp>
      <p:graphicFrame>
        <p:nvGraphicFramePr>
          <p:cNvPr id="26" name="表格 25"/>
          <p:cNvGraphicFramePr/>
          <p:nvPr/>
        </p:nvGraphicFramePr>
        <p:xfrm>
          <a:off x="685800" y="3048000"/>
          <a:ext cx="13868400" cy="4648200"/>
        </p:xfrm>
        <a:graphic>
          <a:graphicData uri="http://schemas.openxmlformats.org/drawingml/2006/table">
            <a:tbl>
              <a:tblPr/>
              <a:tblGrid>
                <a:gridCol w="62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金額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經濟意義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營運現金流量 OCF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633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本章口徑的營運現金來源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減：淨資本支出 NCS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154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固定資產淨投入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減：淨營運資本變動 ΔNWC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淨營運資本新增投入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資產現金流量 CFFA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149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可與資金提供者端相互核對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Cash Flow Identity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現金流量的兩個觀點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資產現金流量 CFFA = 債權人現金流量 + 股東現金">
            <a:extLst>
              <a:ext uri="{FF2B5EF4-FFF2-40B4-BE49-F238E27FC236}">
                <a16:creationId xmlns:a16="http://schemas.microsoft.com/office/drawing/2014/main" id="{FB287639-31E3-4DFE-994F-9756A0CC31F0}"/>
              </a:ext>
            </a:extLst>
          </p:cNvPr>
          <p:cNvSpPr>
            <a:spLocks noGrp="1"/>
          </p:cNvSpPr>
          <p:nvPr/>
        </p:nvSpPr>
        <p:spPr>
          <a:xfrm>
            <a:off x="685800" y="186624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資產現金流量</a:t>
            </a:r>
            <a:r>
              <a:rPr lang="zh-TW" alt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CFFA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= </a:t>
            </a:r>
            <a:r>
              <a:rPr sz="285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債權人現金流量</a:t>
            </a:r>
            <a:r>
              <a:rPr lang="zh-TW" alt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(CFC)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+ </a:t>
            </a:r>
            <a:r>
              <a:rPr sz="285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股東現金流量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(CFS)</a:t>
            </a:r>
            <a:endParaRPr sz="2850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資產端：企業產生多少現金">
            <a:extLst>
              <a:ext uri="{FF2B5EF4-FFF2-40B4-BE49-F238E27FC236}">
                <a16:creationId xmlns:a16="http://schemas.microsoft.com/office/drawing/2014/main" id="{FBEF3916-3456-407A-8F00-7E810E97F8EC}"/>
              </a:ext>
            </a:extLst>
          </p:cNvPr>
          <p:cNvSpPr>
            <a:spLocks noGrp="1"/>
          </p:cNvSpPr>
          <p:nvPr/>
        </p:nvSpPr>
        <p:spPr>
          <a:xfrm>
            <a:off x="685800" y="3379078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資產端：企業產生多少現金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營運產生現金，再扣除固定資產與淨營運資本的投入。">
            <a:extLst>
              <a:ext uri="{FF2B5EF4-FFF2-40B4-BE49-F238E27FC236}">
                <a16:creationId xmlns:a16="http://schemas.microsoft.com/office/drawing/2014/main" id="{F5C8A62F-3CBE-4AF4-8E9A-6E772994FCD1}"/>
              </a:ext>
            </a:extLst>
          </p:cNvPr>
          <p:cNvSpPr>
            <a:spLocks noGrp="1"/>
          </p:cNvSpPr>
          <p:nvPr/>
        </p:nvSpPr>
        <p:spPr>
          <a:xfrm>
            <a:off x="685800" y="3836278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營運產生現金，再扣除固定資產與淨營運資本的投入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0" name="資金提供者端：現金淨流向誰">
            <a:extLst>
              <a:ext uri="{FF2B5EF4-FFF2-40B4-BE49-F238E27FC236}">
                <a16:creationId xmlns:a16="http://schemas.microsoft.com/office/drawing/2014/main" id="{5E581FBE-008C-449D-9B6B-5EA075EB3F00}"/>
              </a:ext>
            </a:extLst>
          </p:cNvPr>
          <p:cNvSpPr>
            <a:spLocks noGrp="1"/>
          </p:cNvSpPr>
          <p:nvPr/>
        </p:nvSpPr>
        <p:spPr>
          <a:xfrm>
            <a:off x="685800" y="4753853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資金提供者端：現金淨流向誰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計算企業對債權人、股東的支付，並扣除向他們取得的新資金。">
            <a:extLst>
              <a:ext uri="{FF2B5EF4-FFF2-40B4-BE49-F238E27FC236}">
                <a16:creationId xmlns:a16="http://schemas.microsoft.com/office/drawing/2014/main" id="{7A3C38CD-6A80-40D6-9F5F-19275F72641D}"/>
              </a:ext>
            </a:extLst>
          </p:cNvPr>
          <p:cNvSpPr>
            <a:spLocks noGrp="1"/>
          </p:cNvSpPr>
          <p:nvPr/>
        </p:nvSpPr>
        <p:spPr>
          <a:xfrm>
            <a:off x="685800" y="5211053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計算企業對債權人、股東的支付，並扣除向他們取得的新資金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2" name="符號的方向">
            <a:extLst>
              <a:ext uri="{FF2B5EF4-FFF2-40B4-BE49-F238E27FC236}">
                <a16:creationId xmlns:a16="http://schemas.microsoft.com/office/drawing/2014/main" id="{02E8F8A3-C75F-470C-BCAB-9D35B89AEF60}"/>
              </a:ext>
            </a:extLst>
          </p:cNvPr>
          <p:cNvSpPr>
            <a:spLocks noGrp="1"/>
          </p:cNvSpPr>
          <p:nvPr/>
        </p:nvSpPr>
        <p:spPr>
          <a:xfrm>
            <a:off x="685800" y="6128628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符號的方向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3" name="付給資金提供者為正；向資金提供者淨取得資金時，可為負。">
            <a:extLst>
              <a:ext uri="{FF2B5EF4-FFF2-40B4-BE49-F238E27FC236}">
                <a16:creationId xmlns:a16="http://schemas.microsoft.com/office/drawing/2014/main" id="{00700D1F-41A1-4D82-AB3B-3B6E9740A46A}"/>
              </a:ext>
            </a:extLst>
          </p:cNvPr>
          <p:cNvSpPr>
            <a:spLocks noGrp="1"/>
          </p:cNvSpPr>
          <p:nvPr/>
        </p:nvSpPr>
        <p:spPr>
          <a:xfrm>
            <a:off x="685800" y="6585828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付給資金提供者為正；向資金提供者淨取得資金時，可為負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4" name="同一筆企業現金流量，可以從資產端與資金提供者端核對。">
            <a:extLst>
              <a:ext uri="{FF2B5EF4-FFF2-40B4-BE49-F238E27FC236}">
                <a16:creationId xmlns:a16="http://schemas.microsoft.com/office/drawing/2014/main" id="{7A66DF3B-C83E-4998-A686-B44009FAEE3A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同一筆企業現金流量，可以從資產端與資金提供者端核對</a:t>
            </a:r>
            <a:r>
              <a:rPr sz="21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7" name="計算企業對債權人、股東的支付，並扣除向他們取得的新資金。">
            <a:extLst>
              <a:ext uri="{FF2B5EF4-FFF2-40B4-BE49-F238E27FC236}">
                <a16:creationId xmlns:a16="http://schemas.microsoft.com/office/drawing/2014/main" id="{FF186B0B-0E1B-7BCD-53EE-6E5BAB260A27}"/>
              </a:ext>
            </a:extLst>
          </p:cNvPr>
          <p:cNvSpPr>
            <a:spLocks noGrp="1"/>
          </p:cNvSpPr>
          <p:nvPr/>
        </p:nvSpPr>
        <p:spPr>
          <a:xfrm>
            <a:off x="685800" y="2506831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CFFA 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不是公司現金帳戶增加了多少，</a:t>
            </a:r>
            <a:r>
              <a:rPr lang="zh-TW" altLang="en-US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而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是「</a:t>
            </a:r>
            <a:r>
              <a:rPr lang="zh-TW" altLang="en-US" sz="232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資產產生的現金，在投入必要資產後，淨流向資金提供者多少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」</a:t>
            </a: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Cash Flow to Creditors, CFC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步驟 5：流向債權人的現金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CFC = 利息支出 − 新借款淨額">
            <a:extLst>
              <a:ext uri="{FF2B5EF4-FFF2-40B4-BE49-F238E27FC236}">
                <a16:creationId xmlns:a16="http://schemas.microsoft.com/office/drawing/2014/main" id="{63F4A59F-231B-48BC-83BA-7CB3E8F2A21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CFC = 利息支出 − 新借款淨額</a:t>
            </a:r>
          </a:p>
        </p:txBody>
      </p:sp>
      <p:sp>
        <p:nvSpPr>
          <p:cNvPr id="18" name="新借款淨額 Net New Borrowing">
            <a:extLst>
              <a:ext uri="{FF2B5EF4-FFF2-40B4-BE49-F238E27FC236}">
                <a16:creationId xmlns:a16="http://schemas.microsoft.com/office/drawing/2014/main" id="{34776E18-7554-4284-8B9E-5CC553A9E3D4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新借款淨額 Net New Borrowing</a:t>
            </a:r>
          </a:p>
        </p:txBody>
      </p:sp>
      <p:sp>
        <p:nvSpPr>
          <p:cNvPr id="19" name="本章簡化以長期負債變動計算：454 − 408 = 46">
            <a:extLst>
              <a:ext uri="{FF2B5EF4-FFF2-40B4-BE49-F238E27FC236}">
                <a16:creationId xmlns:a16="http://schemas.microsoft.com/office/drawing/2014/main" id="{D20AF965-AC26-49FA-BDAB-9EB84A1A16C4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長期負債變動：454 − 408 = 46。</a:t>
            </a:r>
          </a:p>
        </p:txBody>
      </p:sp>
      <p:sp>
        <p:nvSpPr>
          <p:cNvPr id="20" name="流向債權人的現金">
            <a:extLst>
              <a:ext uri="{FF2B5EF4-FFF2-40B4-BE49-F238E27FC236}">
                <a16:creationId xmlns:a16="http://schemas.microsoft.com/office/drawing/2014/main" id="{14BE0C10-916E-4D9C-B4C7-C8DF0239A3FF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流向債權人的現金</a:t>
            </a:r>
          </a:p>
        </p:txBody>
      </p:sp>
      <p:sp>
        <p:nvSpPr>
          <p:cNvPr id="21" name="支付利息 70，同時淨取得借款 46，所以 CFC = ">
            <a:extLst>
              <a:ext uri="{FF2B5EF4-FFF2-40B4-BE49-F238E27FC236}">
                <a16:creationId xmlns:a16="http://schemas.microsoft.com/office/drawing/2014/main" id="{505783A4-08CB-4603-A159-93FDF962AE2D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支付利息 70，同時淨取得借款 46，所以 CFC = 70 − 46 = 24。</a:t>
            </a:r>
          </a:p>
        </p:txBody>
      </p:sp>
      <p:sp>
        <p:nvSpPr>
          <p:cNvPr id="22" name="負值如何解讀">
            <a:extLst>
              <a:ext uri="{FF2B5EF4-FFF2-40B4-BE49-F238E27FC236}">
                <a16:creationId xmlns:a16="http://schemas.microsoft.com/office/drawing/2014/main" id="{719B3C52-0FA6-4568-93CA-5E6AA686DEC6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負值如何解讀</a:t>
            </a:r>
          </a:p>
        </p:txBody>
      </p:sp>
      <p:sp>
        <p:nvSpPr>
          <p:cNvPr id="23" name="若新借款淨額超過支付利息，代表企業從債權人取得淨資金。">
            <a:extLst>
              <a:ext uri="{FF2B5EF4-FFF2-40B4-BE49-F238E27FC236}">
                <a16:creationId xmlns:a16="http://schemas.microsoft.com/office/drawing/2014/main" id="{2CEE15C8-D947-4E99-83EC-9D1689BFC8CC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若新借款淨額超過支付利息，代表企業從債權人取得淨資金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BA31EED-D233-41B7-A604-6449949F1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0"/>
          <a:stretch/>
        </p:blipFill>
        <p:spPr>
          <a:xfrm>
            <a:off x="8491690" y="2089836"/>
            <a:ext cx="6415867" cy="354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Cash Flow to Stockholders, CFS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步驟 6：流向股東的現金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CFS = 現金股利 − 新增權益淨額">
            <a:extLst>
              <a:ext uri="{FF2B5EF4-FFF2-40B4-BE49-F238E27FC236}">
                <a16:creationId xmlns:a16="http://schemas.microsoft.com/office/drawing/2014/main" id="{101AF673-2C8E-40D0-98AC-2A39B39937D2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CFS = 現金股利 − 新增權益淨額</a:t>
            </a:r>
          </a:p>
        </p:txBody>
      </p:sp>
      <p:sp>
        <p:nvSpPr>
          <p:cNvPr id="18" name="新增權益淨額 Net New Equity Raised">
            <a:extLst>
              <a:ext uri="{FF2B5EF4-FFF2-40B4-BE49-F238E27FC236}">
                <a16:creationId xmlns:a16="http://schemas.microsoft.com/office/drawing/2014/main" id="{A6399468-6B3B-4796-9546-C5391F29A7B1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新增權益淨額</a:t>
            </a:r>
            <a:r>
              <a:rPr sz="247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Net New Equity Raised</a:t>
            </a:r>
          </a:p>
        </p:txBody>
      </p:sp>
      <p:sp>
        <p:nvSpPr>
          <p:cNvPr id="19" name="本例由普通股與資本公積變動取得：640 − 600 = ">
            <a:extLst>
              <a:ext uri="{FF2B5EF4-FFF2-40B4-BE49-F238E27FC236}">
                <a16:creationId xmlns:a16="http://schemas.microsoft.com/office/drawing/2014/main" id="{DC91AE39-A372-4B19-B91D-D50F2F7ACBC6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本例由普通股與資本公積變動取得：640 − 600 = 40。</a:t>
            </a:r>
          </a:p>
        </p:txBody>
      </p:sp>
      <p:sp>
        <p:nvSpPr>
          <p:cNvPr id="20" name="流向股東的現金">
            <a:extLst>
              <a:ext uri="{FF2B5EF4-FFF2-40B4-BE49-F238E27FC236}">
                <a16:creationId xmlns:a16="http://schemas.microsoft.com/office/drawing/2014/main" id="{3ECBD722-6025-4088-8899-851111607FB4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流向股東的現金</a:t>
            </a:r>
          </a:p>
        </p:txBody>
      </p:sp>
      <p:sp>
        <p:nvSpPr>
          <p:cNvPr id="21" name="支付股利 165，同時向股東淨募資 40，所以 CFS ">
            <a:extLst>
              <a:ext uri="{FF2B5EF4-FFF2-40B4-BE49-F238E27FC236}">
                <a16:creationId xmlns:a16="http://schemas.microsoft.com/office/drawing/2014/main" id="{4C98BFBE-E02F-4F84-8EC0-75D7D6615286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支付股利 165，同時向股東淨募資 40，所以 CFS = 165 − 40 = 125。</a:t>
            </a:r>
          </a:p>
        </p:txBody>
      </p:sp>
      <p:sp>
        <p:nvSpPr>
          <p:cNvPr id="22" name="容易混淆的項目">
            <a:extLst>
              <a:ext uri="{FF2B5EF4-FFF2-40B4-BE49-F238E27FC236}">
                <a16:creationId xmlns:a16="http://schemas.microsoft.com/office/drawing/2014/main" id="{9237F933-1865-4B2B-A9C2-ED2830C0392C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容易混淆的項目</a:t>
            </a:r>
          </a:p>
        </p:txBody>
      </p:sp>
      <p:sp>
        <p:nvSpPr>
          <p:cNvPr id="23" name="新增保留盈餘 309 源自公司盈餘留存，不是股東另外投入">
            <a:extLst>
              <a:ext uri="{FF2B5EF4-FFF2-40B4-BE49-F238E27FC236}">
                <a16:creationId xmlns:a16="http://schemas.microsoft.com/office/drawing/2014/main" id="{B1A06540-6762-40F1-9621-633065DF6859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新增保留盈餘 309 源自公司盈餘留存，不是股東另外投入的現金。</a:t>
            </a:r>
          </a:p>
        </p:txBody>
      </p:sp>
      <p:sp>
        <p:nvSpPr>
          <p:cNvPr id="24" name="不能把股東權益總額的增加 349，全部當成新發行股票收到">
            <a:extLst>
              <a:ext uri="{FF2B5EF4-FFF2-40B4-BE49-F238E27FC236}">
                <a16:creationId xmlns:a16="http://schemas.microsoft.com/office/drawing/2014/main" id="{CD93DF5C-0C01-46F9-8384-D7B591D6CC95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不能把股東權益總額的增加 349，全部當成新發行股票收到的現金。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U.S. Corporation，單位：百萬美元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核對現金流量恆等式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/>
        </p:nvGraphicFramePr>
        <p:xfrm>
          <a:off x="685800" y="2000250"/>
          <a:ext cx="13868400" cy="5238752"/>
        </p:xfrm>
        <a:graphic>
          <a:graphicData uri="http://schemas.openxmlformats.org/drawingml/2006/table">
            <a:tbl>
              <a:tblPr/>
              <a:tblGrid>
                <a:gridCol w="404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資產端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金額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資金提供者端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金額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OCF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633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支付利息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 NCS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154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減新借款淨額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46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 ΔNWC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330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債權人 CFC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24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endParaRPr/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支付股利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165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endParaRPr/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減新增權益淨額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endParaRPr/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 CFS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125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CFFA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CFC + CFS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633 − 154 − 330 = 24 + 125 =">
            <a:extLst>
              <a:ext uri="{FF2B5EF4-FFF2-40B4-BE49-F238E27FC236}">
                <a16:creationId xmlns:a16="http://schemas.microsoft.com/office/drawing/2014/main" id="{DE98D278-5243-4116-89C8-754934E12A1D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633 − 154 − 330 = 24 + 125 = 149。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Interpretation of Cash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現金流量為負，代表什麼？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378539801"/>
              </p:ext>
            </p:extLst>
          </p:nvPr>
        </p:nvGraphicFramePr>
        <p:xfrm>
          <a:off x="685800" y="2000250"/>
          <a:ext cx="13868400" cy="523875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負值項目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可能意義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需要追問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OCF &lt; 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營運來源不足以支應營運支出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原因是暫時衝擊，還是持續虧損？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NCS &lt; 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出售固定資產多於購買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處分閒置資產，還是被迫變賣？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ΔNWC &lt; 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淨營運資本下降，釋出資金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效率改善，還是縮減營運或延後付款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？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CFFA &lt; 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再投資超過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OCF，需淨取得外部資金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投資有無價值？資金能否持續取得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？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單看正負無法判斷好壞，要同時看原因、持續性與投資品質。">
            <a:extLst>
              <a:ext uri="{FF2B5EF4-FFF2-40B4-BE49-F238E27FC236}">
                <a16:creationId xmlns:a16="http://schemas.microsoft.com/office/drawing/2014/main" id="{D51D2CDC-126C-404F-92A8-AA83745C6791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單看正負無法判斷好壞，要同時看原因、持續性與投資品質。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相同的</a:t>
            </a: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 cash flow 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字眼，需要確認計算</a:t>
            </a:r>
            <a:endParaRPr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CFFA、現金餘額與現金流量表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1554046627"/>
              </p:ext>
            </p:extLst>
          </p:nvPr>
        </p:nvGraphicFramePr>
        <p:xfrm>
          <a:off x="685800" y="2000250"/>
          <a:ext cx="13868400" cy="5238750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指標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主要回答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U.S. </a:t>
                      </a:r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案例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現金餘額變動 ΔCash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現金帳戶比期初增加多少？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160 − 104 = 56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現金流量表 Statement of Cash Flows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營業、投資、籌資如何解釋現金變動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？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依會計報表分類與調節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資產現金流量 CFFA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扣除再投資後，淨流向資金提供者多少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？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算得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149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營運現金流量</a:t>
                      </a:r>
                      <a:r>
                        <a:rPr sz="2100" b="1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OCF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依 EBIT、折舊與稅計算的營運來源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尚未扣除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ΔNWC 與 NCS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　</a:t>
            </a:r>
            <a:r>
              <a:rPr sz="1875" b="0" dirty="0" err="1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課本綜合案例，單位：百萬美元</a:t>
            </a:r>
            <a:endParaRPr sz="1875" b="0" dirty="0">
              <a:solidFill>
                <a:srgbClr val="CBB183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Dole Cola：獲利與投資的落差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2069CD-9332-0E9B-FCA1-B4CC18348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7"/>
          <a:stretch/>
        </p:blipFill>
        <p:spPr>
          <a:xfrm>
            <a:off x="685800" y="2754696"/>
            <a:ext cx="6728460" cy="4105664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1CB591A-C65E-CA06-BA24-02491AF81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5837309"/>
              </p:ext>
            </p:extLst>
          </p:nvPr>
        </p:nvGraphicFramePr>
        <p:xfrm>
          <a:off x="7706711" y="2813050"/>
          <a:ext cx="7248526" cy="3492500"/>
        </p:xfrm>
        <a:graphic>
          <a:graphicData uri="http://schemas.openxmlformats.org/drawingml/2006/table">
            <a:tbl>
              <a:tblPr/>
              <a:tblGrid>
                <a:gridCol w="290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891">
                  <a:extLst>
                    <a:ext uri="{9D8B030D-6E8A-4147-A177-3AD203B41FA5}">
                      <a16:colId xmlns:a16="http://schemas.microsoft.com/office/drawing/2014/main" val="3331122465"/>
                    </a:ext>
                  </a:extLst>
                </a:gridCol>
              </a:tblGrid>
              <a:tr h="873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資產負債資料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175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</a:t>
                      </a:r>
                      <a:endParaRPr sz="2175" b="0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淨固定資產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750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 CA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2,130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2,260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流動負債 CL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1,620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1,710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新增權益淨額 Net New Equity Raised">
            <a:extLst>
              <a:ext uri="{FF2B5EF4-FFF2-40B4-BE49-F238E27FC236}">
                <a16:creationId xmlns:a16="http://schemas.microsoft.com/office/drawing/2014/main" id="{2EABDF9D-9ECA-AA19-7AF7-4E5ED926871C}"/>
              </a:ext>
            </a:extLst>
          </p:cNvPr>
          <p:cNvSpPr>
            <a:spLocks noGrp="1"/>
          </p:cNvSpPr>
          <p:nvPr/>
        </p:nvSpPr>
        <p:spPr>
          <a:xfrm>
            <a:off x="7620000" y="6607886"/>
            <a:ext cx="626942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新增權益淨額</a:t>
            </a:r>
            <a:r>
              <a:rPr sz="247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Net New Equity Raised</a:t>
            </a:r>
            <a:r>
              <a:rPr lang="zh-TW" altLang="en-US" sz="247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7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=</a:t>
            </a:r>
            <a:r>
              <a:rPr lang="zh-TW" altLang="en-US" sz="247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47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0</a:t>
            </a:r>
            <a:endParaRPr sz="2475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3843394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</a:t>
            </a:r>
            <a:r>
              <a:rPr lang="zh-TW" altLang="en-US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　課本綜合案例，單位：百萬美元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Dole Cola：OCF 為正、CFFA 為負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1257425293"/>
              </p:ext>
            </p:extLst>
          </p:nvPr>
        </p:nvGraphicFramePr>
        <p:xfrm>
          <a:off x="685800" y="2000250"/>
          <a:ext cx="13868400" cy="523875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算式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結果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營運現金流量 OCF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150 + 150 − 25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275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淨資本支出 NCS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750 − 500 + 150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淨營運資本變動 ΔNWC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(2,620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−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1,710)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−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(2,130 − 1,620) 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資產現金流量 CFFA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275 − 400 − 40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−165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淨利 95、OCF 275，但大量投資使 CFFA = ">
            <a:extLst>
              <a:ext uri="{FF2B5EF4-FFF2-40B4-BE49-F238E27FC236}">
                <a16:creationId xmlns:a16="http://schemas.microsoft.com/office/drawing/2014/main" id="{38962F25-E0AE-47ED-A226-5CC99AEDBCA6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淨利 95、OCF 275，但大量投資使 CFFA = −165。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2.4</a:t>
            </a:r>
            <a:r>
              <a:rPr lang="zh-TW" altLang="en-US"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　課本綜合案例，單位：百萬美元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Dole Cola </a:t>
            </a: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的外部資金需求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sp>
        <p:nvSpPr>
          <p:cNvPr id="17" name="CFFA −165 = CFC −195 + CFS 3">
            <a:extLst>
              <a:ext uri="{FF2B5EF4-FFF2-40B4-BE49-F238E27FC236}">
                <a16:creationId xmlns:a16="http://schemas.microsoft.com/office/drawing/2014/main" id="{A9EB1256-9C70-4BC2-BF24-2E979885815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利用 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CFFA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zh-TW" alt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計算</a:t>
            </a:r>
            <a:r>
              <a:rPr 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CFC</a:t>
            </a:r>
            <a:r>
              <a:rPr lang="zh-TW" altLang="en-US"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及 </a:t>
            </a:r>
            <a:r>
              <a:rPr sz="285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CFS</a:t>
            </a:r>
          </a:p>
        </p:txBody>
      </p:sp>
      <p:sp>
        <p:nvSpPr>
          <p:cNvPr id="18" name="股東端">
            <a:extLst>
              <a:ext uri="{FF2B5EF4-FFF2-40B4-BE49-F238E27FC236}">
                <a16:creationId xmlns:a16="http://schemas.microsoft.com/office/drawing/2014/main" id="{E6C2D5D6-59FB-4888-9B71-4484A224607E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股東端</a:t>
            </a:r>
          </a:p>
        </p:txBody>
      </p:sp>
      <p:sp>
        <p:nvSpPr>
          <p:cNvPr id="19" name="沒有發行新股，因此 CFS = 股利 30 − 新權益 ">
            <a:extLst>
              <a:ext uri="{FF2B5EF4-FFF2-40B4-BE49-F238E27FC236}">
                <a16:creationId xmlns:a16="http://schemas.microsoft.com/office/drawing/2014/main" id="{48617EBF-451E-422E-BD39-52A540E58AAD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沒有發行新股，因此 CFS = 股利 30 − 新權益 0 = 30。</a:t>
            </a:r>
          </a:p>
        </p:txBody>
      </p:sp>
      <p:sp>
        <p:nvSpPr>
          <p:cNvPr id="20" name="債權人端">
            <a:extLst>
              <a:ext uri="{FF2B5EF4-FFF2-40B4-BE49-F238E27FC236}">
                <a16:creationId xmlns:a16="http://schemas.microsoft.com/office/drawing/2014/main" id="{6265BABE-0F7D-4B5B-B8FC-7607D9331F7B}"/>
              </a:ext>
            </a:extLst>
          </p:cNvPr>
          <p:cNvSpPr>
            <a:spLocks noGrp="1"/>
          </p:cNvSpPr>
          <p:nvPr/>
        </p:nvSpPr>
        <p:spPr>
          <a:xfrm>
            <a:off x="685800" y="4422775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債權人端</a:t>
            </a:r>
          </a:p>
        </p:txBody>
      </p:sp>
      <p:sp>
        <p:nvSpPr>
          <p:cNvPr id="21" name="CFC = CFFA − CFS = −165 − 30">
            <a:extLst>
              <a:ext uri="{FF2B5EF4-FFF2-40B4-BE49-F238E27FC236}">
                <a16:creationId xmlns:a16="http://schemas.microsoft.com/office/drawing/2014/main" id="{15B64CAC-9072-41CE-B4F0-C8519D8B2C1D}"/>
              </a:ext>
            </a:extLst>
          </p:cNvPr>
          <p:cNvSpPr>
            <a:spLocks noGrp="1"/>
          </p:cNvSpPr>
          <p:nvPr/>
        </p:nvSpPr>
        <p:spPr>
          <a:xfrm>
            <a:off x="685800" y="4879975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CFC = CFFA − CFS = −165 − 30 = −195。</a:t>
            </a:r>
          </a:p>
        </p:txBody>
      </p:sp>
      <p:sp>
        <p:nvSpPr>
          <p:cNvPr id="22" name="反推新借款淨額">
            <a:extLst>
              <a:ext uri="{FF2B5EF4-FFF2-40B4-BE49-F238E27FC236}">
                <a16:creationId xmlns:a16="http://schemas.microsoft.com/office/drawing/2014/main" id="{DC69D312-3F19-4693-AB8F-C680667595B6}"/>
              </a:ext>
            </a:extLst>
          </p:cNvPr>
          <p:cNvSpPr>
            <a:spLocks noGrp="1"/>
          </p:cNvSpPr>
          <p:nvPr/>
        </p:nvSpPr>
        <p:spPr>
          <a:xfrm>
            <a:off x="685800" y="5797550"/>
            <a:ext cx="13868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反推新借款淨額</a:t>
            </a:r>
          </a:p>
        </p:txBody>
      </p:sp>
      <p:sp>
        <p:nvSpPr>
          <p:cNvPr id="23" name="−195 = 利息 30 − 新借款淨額，所以新借款淨額">
            <a:extLst>
              <a:ext uri="{FF2B5EF4-FFF2-40B4-BE49-F238E27FC236}">
                <a16:creationId xmlns:a16="http://schemas.microsoft.com/office/drawing/2014/main" id="{83516B55-E858-4C81-B31C-C2582687F82E}"/>
              </a:ext>
            </a:extLst>
          </p:cNvPr>
          <p:cNvSpPr>
            <a:spLocks noGrp="1"/>
          </p:cNvSpPr>
          <p:nvPr/>
        </p:nvSpPr>
        <p:spPr>
          <a:xfrm>
            <a:off x="685800" y="6254750"/>
            <a:ext cx="13868400" cy="850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−195 = 利息 30 − 新借款淨額，所以新借款淨額為 225。</a:t>
            </a:r>
          </a:p>
        </p:txBody>
      </p:sp>
      <p:sp>
        <p:nvSpPr>
          <p:cNvPr id="24" name="新增借款 225 同時支應利息 30、股利 30 與資產">
            <a:extLst>
              <a:ext uri="{FF2B5EF4-FFF2-40B4-BE49-F238E27FC236}">
                <a16:creationId xmlns:a16="http://schemas.microsoft.com/office/drawing/2014/main" id="{33693674-BEF4-4609-A81D-E650AF94CBE8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新增借款 225 同時支應利息 30、股利 30 與資產端缺口 165。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課堂練習，自編案例，單位：新臺幣萬元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綜合練習：自行完成現金流量分析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2249805673"/>
              </p:ext>
            </p:extLst>
          </p:nvPr>
        </p:nvGraphicFramePr>
        <p:xfrm>
          <a:off x="685800" y="2000250"/>
          <a:ext cx="13868400" cy="5238751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8393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損益及分配項目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金額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資產負債項目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銷貨收入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 CA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510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銷貨成本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流動負債 CL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160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190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折舊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淨固定資產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560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利息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長期負債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230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稅額</a:t>
                      </a:r>
                      <a:endParaRPr sz="2100" b="1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普通股與資本公積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310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股利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保留盈餘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340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請算 NI、OCF、NCS、ΔNWC、CFFA、CFC ">
            <a:extLst>
              <a:ext uri="{FF2B5EF4-FFF2-40B4-BE49-F238E27FC236}">
                <a16:creationId xmlns:a16="http://schemas.microsoft.com/office/drawing/2014/main" id="{A7F61F3D-B355-4431-8200-209248BA5405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請算 NI、OCF、NCS、ΔNWC、CFFA、CFC 與 CFS，並核對恆等式。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課堂練習，自編案例，單位：新臺幣萬元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綜合練習解答：資產端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2545504457"/>
              </p:ext>
            </p:extLst>
          </p:nvPr>
        </p:nvGraphicFramePr>
        <p:xfrm>
          <a:off x="685800" y="2000250"/>
          <a:ext cx="13868400" cy="5238751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8393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答案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EBIT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1,000 − 600 − 80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 NI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320 − 20 − 60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240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OCF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320 + 80 − 60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340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560 − 500 + 80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140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ΔNWC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(510 − 190) − (300 − 160)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839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CFFA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340 − 140 − 180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折舊在 OCF 中加回，也用來還原淨資本支出。">
            <a:extLst>
              <a:ext uri="{FF2B5EF4-FFF2-40B4-BE49-F238E27FC236}">
                <a16:creationId xmlns:a16="http://schemas.microsoft.com/office/drawing/2014/main" id="{8B043673-DA49-4E85-B32B-3690CCE9C88D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折舊在 OCF 中加回，也用來還原淨資本支出。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課堂練習，自編案例，單位：新臺幣萬元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綜合練習解答：資金提供者端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5" name="表格 24"/>
          <p:cNvGraphicFramePr/>
          <p:nvPr>
            <p:extLst>
              <p:ext uri="{D42A27DB-BD31-4B8C-83A1-F6EECF244321}">
                <p14:modId xmlns:p14="http://schemas.microsoft.com/office/powerpoint/2010/main" val="1158327652"/>
              </p:ext>
            </p:extLst>
          </p:nvPr>
        </p:nvGraphicFramePr>
        <p:xfrm>
          <a:off x="685800" y="2000250"/>
          <a:ext cx="13868400" cy="5238750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3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答案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新借款淨額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230 − 200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債權人現金流量 CFC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20 − 30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新增權益淨額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310 − 300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股東現金流量 CFS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40 − 10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30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CFC + CFS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−10 + 30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核對成功：CFFA 20 = CFC −10 + CFS">
            <a:extLst>
              <a:ext uri="{FF2B5EF4-FFF2-40B4-BE49-F238E27FC236}">
                <a16:creationId xmlns:a16="http://schemas.microsoft.com/office/drawing/2014/main" id="{3EB4236A-2869-4466-9FFB-B4564C8C83A7}"/>
              </a:ext>
            </a:extLst>
          </p:cNvPr>
          <p:cNvSpPr>
            <a:spLocks noGrp="1"/>
          </p:cNvSpPr>
          <p:nvPr/>
        </p:nvSpPr>
        <p:spPr>
          <a:xfrm>
            <a:off x="685800" y="7458075"/>
            <a:ext cx="13868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核對成功：CFFA 20 = CFC −10 + CFS 30。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Formula and Data Checklist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從財報找計算所需資料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4" name="表格 23"/>
          <p:cNvGraphicFramePr/>
          <p:nvPr>
            <p:extLst>
              <p:ext uri="{D42A27DB-BD31-4B8C-83A1-F6EECF244321}">
                <p14:modId xmlns:p14="http://schemas.microsoft.com/office/powerpoint/2010/main" val="2779267508"/>
              </p:ext>
            </p:extLst>
          </p:nvPr>
        </p:nvGraphicFramePr>
        <p:xfrm>
          <a:off x="685800" y="2000250"/>
          <a:ext cx="13868400" cy="5695950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9325">
                <a:tc>
                  <a:txBody>
                    <a:bodyPr/>
                    <a:lstStyle/>
                    <a:p>
                      <a:r>
                        <a:rPr sz="2175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所需資料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主要來源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提醒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CA、CL、淨固定資產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期初與期末資產負債表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變動一律為期末減期初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EBIT、折舊、利息、稅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損益表與附註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留意非現金項目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新借款淨額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長期負債差額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實務須排除非現金變動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新增權益淨額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股本、資本公積與庫藏股等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不要把保留盈餘增加當募資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9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現金股利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權益變動、現金流量與附註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必要時由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NI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−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ΔRE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反推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 dirty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CHAPTER 2　Financial Statements, Taxes, and Cash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本章公式與觀念總整理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2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685800" y="2000250"/>
          <a:ext cx="13868400" cy="5695949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3707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問題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核心公式／觀念</a:t>
                      </a:r>
                    </a:p>
                  </a:txBody>
                  <a:tcPr marL="142875" marR="142875" marT="85725" marB="85725" anchor="ctr"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707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短期資金緩衝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NWC = CA − CL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707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營運產生多少現金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OCF = EBIT + Depreciation − Taxes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707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固定資產投入多少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NCS = Ending Net FA − Beginning Net FA + Depreciation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707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流動資產相對負債增加多少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ΔNWC = Ending NWC − Beginning NWC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707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可分配給資金提供者多少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CFFA = OCF − NCS − ΔNWC = CFC + CFS</a:t>
                      </a:r>
                    </a:p>
                  </a:txBody>
                  <a:tcPr marL="142875" marR="142875" marT="85725" marB="85725" anchor="ctr"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3707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投資決策怎麼看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市場價值、增量現金流量、適用的邊際稅率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2997</Words>
  <Application>Microsoft Office PowerPoint</Application>
  <DocSecurity>0</DocSecurity>
  <PresentationFormat>自訂</PresentationFormat>
  <Paragraphs>837</Paragraphs>
  <Slides>50</Slides>
  <Notes>50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4" baseType="lpstr">
      <vt:lpstr>Noto Sans CJK TC</vt:lpstr>
      <vt:lpstr>Arial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林昌碩</cp:lastModifiedBy>
  <cp:revision>1</cp:revision>
  <dcterms:created xsi:type="dcterms:W3CDTF">2026-09-19T05:24:14Z</dcterms:created>
  <dcterms:modified xsi:type="dcterms:W3CDTF">2026-10-02T01:16:05Z</dcterms:modified>
</cp:coreProperties>
</file>